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3"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1" d="100"/>
          <a:sy n="81" d="100"/>
        </p:scale>
        <p:origin x="81"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13251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3F7D8-0314-DDD7-8417-EDFD44FA3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F41022-E2F6-89F9-5CDC-AEE439B999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0975B1-17BF-D221-391F-438FE2135D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26685D-1EB1-5169-D470-1CED5F178693}"/>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992240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7.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2.png"/><Relationship Id="rId10" Type="http://schemas.openxmlformats.org/officeDocument/2006/relationships/image" Target="../media/image17.png"/><Relationship Id="rId4" Type="http://schemas.openxmlformats.org/officeDocument/2006/relationships/image" Target="../media/image14.png"/><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8778240" y="457200"/>
            <a:ext cx="45720" cy="45720"/>
          </a:xfrm>
          <a:prstGeom prst="ellipse">
            <a:avLst/>
          </a:prstGeom>
          <a:solidFill>
            <a:srgbClr val="1B2A45"/>
          </a:solidFill>
          <a:ln/>
        </p:spPr>
      </p:sp>
      <p:sp>
        <p:nvSpPr>
          <p:cNvPr id="3" name="Shape 1"/>
          <p:cNvSpPr/>
          <p:nvPr/>
        </p:nvSpPr>
        <p:spPr>
          <a:xfrm>
            <a:off x="9070848" y="457200"/>
            <a:ext cx="45720" cy="45720"/>
          </a:xfrm>
          <a:prstGeom prst="ellipse">
            <a:avLst/>
          </a:prstGeom>
          <a:solidFill>
            <a:srgbClr val="1B2A45"/>
          </a:solidFill>
          <a:ln/>
        </p:spPr>
      </p:sp>
      <p:sp>
        <p:nvSpPr>
          <p:cNvPr id="4" name="Shape 2"/>
          <p:cNvSpPr/>
          <p:nvPr/>
        </p:nvSpPr>
        <p:spPr>
          <a:xfrm>
            <a:off x="9363456" y="457200"/>
            <a:ext cx="45720" cy="45720"/>
          </a:xfrm>
          <a:prstGeom prst="ellipse">
            <a:avLst/>
          </a:prstGeom>
          <a:solidFill>
            <a:srgbClr val="1B2A45"/>
          </a:solidFill>
          <a:ln/>
        </p:spPr>
      </p:sp>
      <p:sp>
        <p:nvSpPr>
          <p:cNvPr id="5" name="Shape 3"/>
          <p:cNvSpPr/>
          <p:nvPr/>
        </p:nvSpPr>
        <p:spPr>
          <a:xfrm>
            <a:off x="9656064" y="457200"/>
            <a:ext cx="45720" cy="45720"/>
          </a:xfrm>
          <a:prstGeom prst="ellipse">
            <a:avLst/>
          </a:prstGeom>
          <a:solidFill>
            <a:srgbClr val="1B2A45"/>
          </a:solidFill>
          <a:ln/>
        </p:spPr>
      </p:sp>
      <p:sp>
        <p:nvSpPr>
          <p:cNvPr id="6" name="Shape 4"/>
          <p:cNvSpPr/>
          <p:nvPr/>
        </p:nvSpPr>
        <p:spPr>
          <a:xfrm>
            <a:off x="9948672" y="457200"/>
            <a:ext cx="45720" cy="45720"/>
          </a:xfrm>
          <a:prstGeom prst="ellipse">
            <a:avLst/>
          </a:prstGeom>
          <a:solidFill>
            <a:srgbClr val="1B2A45"/>
          </a:solidFill>
          <a:ln/>
        </p:spPr>
      </p:sp>
      <p:sp>
        <p:nvSpPr>
          <p:cNvPr id="7" name="Shape 5"/>
          <p:cNvSpPr/>
          <p:nvPr/>
        </p:nvSpPr>
        <p:spPr>
          <a:xfrm>
            <a:off x="10241280" y="457200"/>
            <a:ext cx="45720" cy="45720"/>
          </a:xfrm>
          <a:prstGeom prst="ellipse">
            <a:avLst/>
          </a:prstGeom>
          <a:solidFill>
            <a:srgbClr val="1B2A45"/>
          </a:solidFill>
          <a:ln/>
        </p:spPr>
      </p:sp>
      <p:sp>
        <p:nvSpPr>
          <p:cNvPr id="8" name="Shape 6"/>
          <p:cNvSpPr/>
          <p:nvPr/>
        </p:nvSpPr>
        <p:spPr>
          <a:xfrm>
            <a:off x="10533888" y="457200"/>
            <a:ext cx="45720" cy="45720"/>
          </a:xfrm>
          <a:prstGeom prst="ellipse">
            <a:avLst/>
          </a:prstGeom>
          <a:solidFill>
            <a:srgbClr val="1B2A45"/>
          </a:solidFill>
          <a:ln/>
        </p:spPr>
      </p:sp>
      <p:sp>
        <p:nvSpPr>
          <p:cNvPr id="9" name="Shape 7"/>
          <p:cNvSpPr/>
          <p:nvPr/>
        </p:nvSpPr>
        <p:spPr>
          <a:xfrm>
            <a:off x="10826496" y="457200"/>
            <a:ext cx="45720" cy="45720"/>
          </a:xfrm>
          <a:prstGeom prst="ellipse">
            <a:avLst/>
          </a:prstGeom>
          <a:solidFill>
            <a:srgbClr val="1B2A45"/>
          </a:solidFill>
          <a:ln/>
        </p:spPr>
      </p:sp>
      <p:sp>
        <p:nvSpPr>
          <p:cNvPr id="10" name="Shape 8"/>
          <p:cNvSpPr/>
          <p:nvPr/>
        </p:nvSpPr>
        <p:spPr>
          <a:xfrm>
            <a:off x="8778240" y="749808"/>
            <a:ext cx="45720" cy="45720"/>
          </a:xfrm>
          <a:prstGeom prst="ellipse">
            <a:avLst/>
          </a:prstGeom>
          <a:solidFill>
            <a:srgbClr val="1B2A45"/>
          </a:solidFill>
          <a:ln/>
        </p:spPr>
      </p:sp>
      <p:sp>
        <p:nvSpPr>
          <p:cNvPr id="11" name="Shape 9"/>
          <p:cNvSpPr/>
          <p:nvPr/>
        </p:nvSpPr>
        <p:spPr>
          <a:xfrm>
            <a:off x="9070848" y="749808"/>
            <a:ext cx="45720" cy="45720"/>
          </a:xfrm>
          <a:prstGeom prst="ellipse">
            <a:avLst/>
          </a:prstGeom>
          <a:solidFill>
            <a:srgbClr val="1B2A45"/>
          </a:solidFill>
          <a:ln/>
        </p:spPr>
      </p:sp>
      <p:sp>
        <p:nvSpPr>
          <p:cNvPr id="12" name="Shape 10"/>
          <p:cNvSpPr/>
          <p:nvPr/>
        </p:nvSpPr>
        <p:spPr>
          <a:xfrm>
            <a:off x="9363456" y="749808"/>
            <a:ext cx="45720" cy="45720"/>
          </a:xfrm>
          <a:prstGeom prst="ellipse">
            <a:avLst/>
          </a:prstGeom>
          <a:solidFill>
            <a:srgbClr val="1B2A45"/>
          </a:solidFill>
          <a:ln/>
        </p:spPr>
      </p:sp>
      <p:sp>
        <p:nvSpPr>
          <p:cNvPr id="13" name="Shape 11"/>
          <p:cNvSpPr/>
          <p:nvPr/>
        </p:nvSpPr>
        <p:spPr>
          <a:xfrm>
            <a:off x="9656064" y="749808"/>
            <a:ext cx="45720" cy="45720"/>
          </a:xfrm>
          <a:prstGeom prst="ellipse">
            <a:avLst/>
          </a:prstGeom>
          <a:solidFill>
            <a:srgbClr val="1B2A45"/>
          </a:solidFill>
          <a:ln/>
        </p:spPr>
      </p:sp>
      <p:sp>
        <p:nvSpPr>
          <p:cNvPr id="14" name="Shape 12"/>
          <p:cNvSpPr/>
          <p:nvPr/>
        </p:nvSpPr>
        <p:spPr>
          <a:xfrm>
            <a:off x="9948672" y="749808"/>
            <a:ext cx="45720" cy="45720"/>
          </a:xfrm>
          <a:prstGeom prst="ellipse">
            <a:avLst/>
          </a:prstGeom>
          <a:solidFill>
            <a:srgbClr val="1B2A45"/>
          </a:solidFill>
          <a:ln/>
        </p:spPr>
      </p:sp>
      <p:sp>
        <p:nvSpPr>
          <p:cNvPr id="15" name="Shape 13"/>
          <p:cNvSpPr/>
          <p:nvPr/>
        </p:nvSpPr>
        <p:spPr>
          <a:xfrm>
            <a:off x="10241280" y="749808"/>
            <a:ext cx="45720" cy="45720"/>
          </a:xfrm>
          <a:prstGeom prst="ellipse">
            <a:avLst/>
          </a:prstGeom>
          <a:solidFill>
            <a:srgbClr val="1B2A45"/>
          </a:solidFill>
          <a:ln/>
        </p:spPr>
      </p:sp>
      <p:sp>
        <p:nvSpPr>
          <p:cNvPr id="16" name="Shape 14"/>
          <p:cNvSpPr/>
          <p:nvPr/>
        </p:nvSpPr>
        <p:spPr>
          <a:xfrm>
            <a:off x="10533888" y="749808"/>
            <a:ext cx="45720" cy="45720"/>
          </a:xfrm>
          <a:prstGeom prst="ellipse">
            <a:avLst/>
          </a:prstGeom>
          <a:solidFill>
            <a:srgbClr val="1B2A45"/>
          </a:solidFill>
          <a:ln/>
        </p:spPr>
      </p:sp>
      <p:sp>
        <p:nvSpPr>
          <p:cNvPr id="17" name="Shape 15"/>
          <p:cNvSpPr/>
          <p:nvPr/>
        </p:nvSpPr>
        <p:spPr>
          <a:xfrm>
            <a:off x="10826496" y="749808"/>
            <a:ext cx="45720" cy="45720"/>
          </a:xfrm>
          <a:prstGeom prst="ellipse">
            <a:avLst/>
          </a:prstGeom>
          <a:solidFill>
            <a:srgbClr val="1B2A45"/>
          </a:solidFill>
          <a:ln/>
        </p:spPr>
      </p:sp>
      <p:sp>
        <p:nvSpPr>
          <p:cNvPr id="18" name="Shape 16"/>
          <p:cNvSpPr/>
          <p:nvPr/>
        </p:nvSpPr>
        <p:spPr>
          <a:xfrm>
            <a:off x="8778240" y="1042416"/>
            <a:ext cx="45720" cy="45720"/>
          </a:xfrm>
          <a:prstGeom prst="ellipse">
            <a:avLst/>
          </a:prstGeom>
          <a:solidFill>
            <a:srgbClr val="1B2A45"/>
          </a:solidFill>
          <a:ln/>
        </p:spPr>
      </p:sp>
      <p:sp>
        <p:nvSpPr>
          <p:cNvPr id="19" name="Shape 17"/>
          <p:cNvSpPr/>
          <p:nvPr/>
        </p:nvSpPr>
        <p:spPr>
          <a:xfrm>
            <a:off x="9070848" y="1042416"/>
            <a:ext cx="45720" cy="45720"/>
          </a:xfrm>
          <a:prstGeom prst="ellipse">
            <a:avLst/>
          </a:prstGeom>
          <a:solidFill>
            <a:srgbClr val="1B2A45"/>
          </a:solidFill>
          <a:ln/>
        </p:spPr>
      </p:sp>
      <p:sp>
        <p:nvSpPr>
          <p:cNvPr id="20" name="Shape 18"/>
          <p:cNvSpPr/>
          <p:nvPr/>
        </p:nvSpPr>
        <p:spPr>
          <a:xfrm>
            <a:off x="9363456" y="1042416"/>
            <a:ext cx="45720" cy="45720"/>
          </a:xfrm>
          <a:prstGeom prst="ellipse">
            <a:avLst/>
          </a:prstGeom>
          <a:solidFill>
            <a:srgbClr val="1B2A45"/>
          </a:solidFill>
          <a:ln/>
        </p:spPr>
      </p:sp>
      <p:sp>
        <p:nvSpPr>
          <p:cNvPr id="21" name="Shape 19"/>
          <p:cNvSpPr/>
          <p:nvPr/>
        </p:nvSpPr>
        <p:spPr>
          <a:xfrm>
            <a:off x="9656064" y="1042416"/>
            <a:ext cx="45720" cy="45720"/>
          </a:xfrm>
          <a:prstGeom prst="ellipse">
            <a:avLst/>
          </a:prstGeom>
          <a:solidFill>
            <a:srgbClr val="1B2A45"/>
          </a:solidFill>
          <a:ln/>
        </p:spPr>
      </p:sp>
      <p:sp>
        <p:nvSpPr>
          <p:cNvPr id="22" name="Shape 20"/>
          <p:cNvSpPr/>
          <p:nvPr/>
        </p:nvSpPr>
        <p:spPr>
          <a:xfrm>
            <a:off x="9948672" y="1042416"/>
            <a:ext cx="45720" cy="45720"/>
          </a:xfrm>
          <a:prstGeom prst="ellipse">
            <a:avLst/>
          </a:prstGeom>
          <a:solidFill>
            <a:srgbClr val="1B2A45"/>
          </a:solidFill>
          <a:ln/>
        </p:spPr>
      </p:sp>
      <p:sp>
        <p:nvSpPr>
          <p:cNvPr id="23" name="Shape 21"/>
          <p:cNvSpPr/>
          <p:nvPr/>
        </p:nvSpPr>
        <p:spPr>
          <a:xfrm>
            <a:off x="10241280" y="1042416"/>
            <a:ext cx="45720" cy="45720"/>
          </a:xfrm>
          <a:prstGeom prst="ellipse">
            <a:avLst/>
          </a:prstGeom>
          <a:solidFill>
            <a:srgbClr val="1B2A45"/>
          </a:solidFill>
          <a:ln/>
        </p:spPr>
      </p:sp>
      <p:sp>
        <p:nvSpPr>
          <p:cNvPr id="24" name="Shape 22"/>
          <p:cNvSpPr/>
          <p:nvPr/>
        </p:nvSpPr>
        <p:spPr>
          <a:xfrm>
            <a:off x="10533888" y="1042416"/>
            <a:ext cx="45720" cy="45720"/>
          </a:xfrm>
          <a:prstGeom prst="ellipse">
            <a:avLst/>
          </a:prstGeom>
          <a:solidFill>
            <a:srgbClr val="1B2A45"/>
          </a:solidFill>
          <a:ln/>
        </p:spPr>
      </p:sp>
      <p:sp>
        <p:nvSpPr>
          <p:cNvPr id="25" name="Shape 23"/>
          <p:cNvSpPr/>
          <p:nvPr/>
        </p:nvSpPr>
        <p:spPr>
          <a:xfrm>
            <a:off x="10826496" y="1042416"/>
            <a:ext cx="45720" cy="45720"/>
          </a:xfrm>
          <a:prstGeom prst="ellipse">
            <a:avLst/>
          </a:prstGeom>
          <a:solidFill>
            <a:srgbClr val="1B2A45"/>
          </a:solidFill>
          <a:ln/>
        </p:spPr>
      </p:sp>
      <p:sp>
        <p:nvSpPr>
          <p:cNvPr id="26" name="Shape 24"/>
          <p:cNvSpPr/>
          <p:nvPr/>
        </p:nvSpPr>
        <p:spPr>
          <a:xfrm>
            <a:off x="8778240" y="1335024"/>
            <a:ext cx="45720" cy="45720"/>
          </a:xfrm>
          <a:prstGeom prst="ellipse">
            <a:avLst/>
          </a:prstGeom>
          <a:solidFill>
            <a:srgbClr val="1B2A45"/>
          </a:solidFill>
          <a:ln/>
        </p:spPr>
      </p:sp>
      <p:sp>
        <p:nvSpPr>
          <p:cNvPr id="27" name="Shape 25"/>
          <p:cNvSpPr/>
          <p:nvPr/>
        </p:nvSpPr>
        <p:spPr>
          <a:xfrm>
            <a:off x="9070848" y="1335024"/>
            <a:ext cx="45720" cy="45720"/>
          </a:xfrm>
          <a:prstGeom prst="ellipse">
            <a:avLst/>
          </a:prstGeom>
          <a:solidFill>
            <a:srgbClr val="1B2A45"/>
          </a:solidFill>
          <a:ln/>
        </p:spPr>
      </p:sp>
      <p:sp>
        <p:nvSpPr>
          <p:cNvPr id="28" name="Shape 26"/>
          <p:cNvSpPr/>
          <p:nvPr/>
        </p:nvSpPr>
        <p:spPr>
          <a:xfrm>
            <a:off x="9363456" y="1335024"/>
            <a:ext cx="45720" cy="45720"/>
          </a:xfrm>
          <a:prstGeom prst="ellipse">
            <a:avLst/>
          </a:prstGeom>
          <a:solidFill>
            <a:srgbClr val="1B2A45"/>
          </a:solidFill>
          <a:ln/>
        </p:spPr>
      </p:sp>
      <p:sp>
        <p:nvSpPr>
          <p:cNvPr id="29" name="Shape 27"/>
          <p:cNvSpPr/>
          <p:nvPr/>
        </p:nvSpPr>
        <p:spPr>
          <a:xfrm>
            <a:off x="9656064" y="1335024"/>
            <a:ext cx="45720" cy="45720"/>
          </a:xfrm>
          <a:prstGeom prst="ellipse">
            <a:avLst/>
          </a:prstGeom>
          <a:solidFill>
            <a:srgbClr val="1B2A45"/>
          </a:solidFill>
          <a:ln/>
        </p:spPr>
      </p:sp>
      <p:sp>
        <p:nvSpPr>
          <p:cNvPr id="30" name="Shape 28"/>
          <p:cNvSpPr/>
          <p:nvPr/>
        </p:nvSpPr>
        <p:spPr>
          <a:xfrm>
            <a:off x="9948672" y="1335024"/>
            <a:ext cx="45720" cy="45720"/>
          </a:xfrm>
          <a:prstGeom prst="ellipse">
            <a:avLst/>
          </a:prstGeom>
          <a:solidFill>
            <a:srgbClr val="1B2A45"/>
          </a:solidFill>
          <a:ln/>
        </p:spPr>
      </p:sp>
      <p:sp>
        <p:nvSpPr>
          <p:cNvPr id="31" name="Shape 29"/>
          <p:cNvSpPr/>
          <p:nvPr/>
        </p:nvSpPr>
        <p:spPr>
          <a:xfrm>
            <a:off x="10241280" y="1335024"/>
            <a:ext cx="45720" cy="45720"/>
          </a:xfrm>
          <a:prstGeom prst="ellipse">
            <a:avLst/>
          </a:prstGeom>
          <a:solidFill>
            <a:srgbClr val="1B2A45"/>
          </a:solidFill>
          <a:ln/>
        </p:spPr>
      </p:sp>
      <p:sp>
        <p:nvSpPr>
          <p:cNvPr id="32" name="Shape 30"/>
          <p:cNvSpPr/>
          <p:nvPr/>
        </p:nvSpPr>
        <p:spPr>
          <a:xfrm>
            <a:off x="10533888" y="1335024"/>
            <a:ext cx="45720" cy="45720"/>
          </a:xfrm>
          <a:prstGeom prst="ellipse">
            <a:avLst/>
          </a:prstGeom>
          <a:solidFill>
            <a:srgbClr val="1B2A45"/>
          </a:solidFill>
          <a:ln/>
        </p:spPr>
      </p:sp>
      <p:sp>
        <p:nvSpPr>
          <p:cNvPr id="33" name="Shape 31"/>
          <p:cNvSpPr/>
          <p:nvPr/>
        </p:nvSpPr>
        <p:spPr>
          <a:xfrm>
            <a:off x="10826496" y="1335024"/>
            <a:ext cx="45720" cy="45720"/>
          </a:xfrm>
          <a:prstGeom prst="ellipse">
            <a:avLst/>
          </a:prstGeom>
          <a:solidFill>
            <a:srgbClr val="1B2A45"/>
          </a:solidFill>
          <a:ln/>
        </p:spPr>
      </p:sp>
      <p:sp>
        <p:nvSpPr>
          <p:cNvPr id="34" name="Shape 32"/>
          <p:cNvSpPr/>
          <p:nvPr/>
        </p:nvSpPr>
        <p:spPr>
          <a:xfrm>
            <a:off x="8778240" y="1627632"/>
            <a:ext cx="45720" cy="45720"/>
          </a:xfrm>
          <a:prstGeom prst="ellipse">
            <a:avLst/>
          </a:prstGeom>
          <a:solidFill>
            <a:srgbClr val="1B2A45"/>
          </a:solidFill>
          <a:ln/>
        </p:spPr>
      </p:sp>
      <p:sp>
        <p:nvSpPr>
          <p:cNvPr id="35" name="Shape 33"/>
          <p:cNvSpPr/>
          <p:nvPr/>
        </p:nvSpPr>
        <p:spPr>
          <a:xfrm>
            <a:off x="9070848" y="1627632"/>
            <a:ext cx="45720" cy="45720"/>
          </a:xfrm>
          <a:prstGeom prst="ellipse">
            <a:avLst/>
          </a:prstGeom>
          <a:solidFill>
            <a:srgbClr val="1B2A45"/>
          </a:solidFill>
          <a:ln/>
        </p:spPr>
      </p:sp>
      <p:sp>
        <p:nvSpPr>
          <p:cNvPr id="36" name="Shape 34"/>
          <p:cNvSpPr/>
          <p:nvPr/>
        </p:nvSpPr>
        <p:spPr>
          <a:xfrm>
            <a:off x="9363456" y="1627632"/>
            <a:ext cx="45720" cy="45720"/>
          </a:xfrm>
          <a:prstGeom prst="ellipse">
            <a:avLst/>
          </a:prstGeom>
          <a:solidFill>
            <a:srgbClr val="1B2A45"/>
          </a:solidFill>
          <a:ln/>
        </p:spPr>
      </p:sp>
      <p:sp>
        <p:nvSpPr>
          <p:cNvPr id="37" name="Shape 35"/>
          <p:cNvSpPr/>
          <p:nvPr/>
        </p:nvSpPr>
        <p:spPr>
          <a:xfrm>
            <a:off x="9656064" y="1627632"/>
            <a:ext cx="45720" cy="45720"/>
          </a:xfrm>
          <a:prstGeom prst="ellipse">
            <a:avLst/>
          </a:prstGeom>
          <a:solidFill>
            <a:srgbClr val="1B2A45"/>
          </a:solidFill>
          <a:ln/>
        </p:spPr>
      </p:sp>
      <p:sp>
        <p:nvSpPr>
          <p:cNvPr id="38" name="Shape 36"/>
          <p:cNvSpPr/>
          <p:nvPr/>
        </p:nvSpPr>
        <p:spPr>
          <a:xfrm>
            <a:off x="9948672" y="1627632"/>
            <a:ext cx="45720" cy="45720"/>
          </a:xfrm>
          <a:prstGeom prst="ellipse">
            <a:avLst/>
          </a:prstGeom>
          <a:solidFill>
            <a:srgbClr val="1B2A45"/>
          </a:solidFill>
          <a:ln/>
        </p:spPr>
      </p:sp>
      <p:sp>
        <p:nvSpPr>
          <p:cNvPr id="39" name="Shape 37"/>
          <p:cNvSpPr/>
          <p:nvPr/>
        </p:nvSpPr>
        <p:spPr>
          <a:xfrm>
            <a:off x="10241280" y="1627632"/>
            <a:ext cx="45720" cy="45720"/>
          </a:xfrm>
          <a:prstGeom prst="ellipse">
            <a:avLst/>
          </a:prstGeom>
          <a:solidFill>
            <a:srgbClr val="1B2A45"/>
          </a:solidFill>
          <a:ln/>
        </p:spPr>
      </p:sp>
      <p:sp>
        <p:nvSpPr>
          <p:cNvPr id="40" name="Shape 38"/>
          <p:cNvSpPr/>
          <p:nvPr/>
        </p:nvSpPr>
        <p:spPr>
          <a:xfrm>
            <a:off x="10533888" y="1627632"/>
            <a:ext cx="45720" cy="45720"/>
          </a:xfrm>
          <a:prstGeom prst="ellipse">
            <a:avLst/>
          </a:prstGeom>
          <a:solidFill>
            <a:srgbClr val="1B2A45"/>
          </a:solidFill>
          <a:ln/>
        </p:spPr>
      </p:sp>
      <p:sp>
        <p:nvSpPr>
          <p:cNvPr id="41" name="Shape 39"/>
          <p:cNvSpPr/>
          <p:nvPr/>
        </p:nvSpPr>
        <p:spPr>
          <a:xfrm>
            <a:off x="10826496" y="1627632"/>
            <a:ext cx="45720" cy="45720"/>
          </a:xfrm>
          <a:prstGeom prst="ellipse">
            <a:avLst/>
          </a:prstGeom>
          <a:solidFill>
            <a:srgbClr val="1B2A45"/>
          </a:solidFill>
          <a:ln/>
        </p:spPr>
      </p:sp>
      <p:sp>
        <p:nvSpPr>
          <p:cNvPr id="42" name="Shape 40"/>
          <p:cNvSpPr/>
          <p:nvPr/>
        </p:nvSpPr>
        <p:spPr>
          <a:xfrm>
            <a:off x="8778240" y="1920240"/>
            <a:ext cx="45720" cy="45720"/>
          </a:xfrm>
          <a:prstGeom prst="ellipse">
            <a:avLst/>
          </a:prstGeom>
          <a:solidFill>
            <a:srgbClr val="1B2A45"/>
          </a:solidFill>
          <a:ln/>
        </p:spPr>
      </p:sp>
      <p:sp>
        <p:nvSpPr>
          <p:cNvPr id="43" name="Shape 41"/>
          <p:cNvSpPr/>
          <p:nvPr/>
        </p:nvSpPr>
        <p:spPr>
          <a:xfrm>
            <a:off x="9070848" y="1920240"/>
            <a:ext cx="45720" cy="45720"/>
          </a:xfrm>
          <a:prstGeom prst="ellipse">
            <a:avLst/>
          </a:prstGeom>
          <a:solidFill>
            <a:srgbClr val="1B2A45"/>
          </a:solidFill>
          <a:ln/>
        </p:spPr>
      </p:sp>
      <p:sp>
        <p:nvSpPr>
          <p:cNvPr id="44" name="Shape 42"/>
          <p:cNvSpPr/>
          <p:nvPr/>
        </p:nvSpPr>
        <p:spPr>
          <a:xfrm>
            <a:off x="9363456" y="1920240"/>
            <a:ext cx="45720" cy="45720"/>
          </a:xfrm>
          <a:prstGeom prst="ellipse">
            <a:avLst/>
          </a:prstGeom>
          <a:solidFill>
            <a:srgbClr val="1B2A45"/>
          </a:solidFill>
          <a:ln/>
        </p:spPr>
      </p:sp>
      <p:sp>
        <p:nvSpPr>
          <p:cNvPr id="45" name="Shape 43"/>
          <p:cNvSpPr/>
          <p:nvPr/>
        </p:nvSpPr>
        <p:spPr>
          <a:xfrm>
            <a:off x="9656064" y="1920240"/>
            <a:ext cx="45720" cy="45720"/>
          </a:xfrm>
          <a:prstGeom prst="ellipse">
            <a:avLst/>
          </a:prstGeom>
          <a:solidFill>
            <a:srgbClr val="1B2A45"/>
          </a:solidFill>
          <a:ln/>
        </p:spPr>
      </p:sp>
      <p:sp>
        <p:nvSpPr>
          <p:cNvPr id="46" name="Shape 44"/>
          <p:cNvSpPr/>
          <p:nvPr/>
        </p:nvSpPr>
        <p:spPr>
          <a:xfrm>
            <a:off x="9948672" y="1920240"/>
            <a:ext cx="45720" cy="45720"/>
          </a:xfrm>
          <a:prstGeom prst="ellipse">
            <a:avLst/>
          </a:prstGeom>
          <a:solidFill>
            <a:srgbClr val="1B2A45"/>
          </a:solidFill>
          <a:ln/>
        </p:spPr>
      </p:sp>
      <p:sp>
        <p:nvSpPr>
          <p:cNvPr id="47" name="Shape 45"/>
          <p:cNvSpPr/>
          <p:nvPr/>
        </p:nvSpPr>
        <p:spPr>
          <a:xfrm>
            <a:off x="10241280" y="1920240"/>
            <a:ext cx="45720" cy="45720"/>
          </a:xfrm>
          <a:prstGeom prst="ellipse">
            <a:avLst/>
          </a:prstGeom>
          <a:solidFill>
            <a:srgbClr val="1B2A45"/>
          </a:solidFill>
          <a:ln/>
        </p:spPr>
      </p:sp>
      <p:sp>
        <p:nvSpPr>
          <p:cNvPr id="48" name="Shape 46"/>
          <p:cNvSpPr/>
          <p:nvPr/>
        </p:nvSpPr>
        <p:spPr>
          <a:xfrm>
            <a:off x="10533888" y="1920240"/>
            <a:ext cx="45720" cy="45720"/>
          </a:xfrm>
          <a:prstGeom prst="ellipse">
            <a:avLst/>
          </a:prstGeom>
          <a:solidFill>
            <a:srgbClr val="1B2A45"/>
          </a:solidFill>
          <a:ln/>
        </p:spPr>
      </p:sp>
      <p:sp>
        <p:nvSpPr>
          <p:cNvPr id="49" name="Shape 47"/>
          <p:cNvSpPr/>
          <p:nvPr/>
        </p:nvSpPr>
        <p:spPr>
          <a:xfrm>
            <a:off x="10826496" y="1920240"/>
            <a:ext cx="45720" cy="45720"/>
          </a:xfrm>
          <a:prstGeom prst="ellipse">
            <a:avLst/>
          </a:prstGeom>
          <a:solidFill>
            <a:srgbClr val="1B2A45"/>
          </a:solidFill>
          <a:ln/>
        </p:spPr>
      </p:sp>
      <p:sp>
        <p:nvSpPr>
          <p:cNvPr id="57" name="Text 53"/>
          <p:cNvSpPr/>
          <p:nvPr/>
        </p:nvSpPr>
        <p:spPr>
          <a:xfrm>
            <a:off x="777240" y="2441448"/>
            <a:ext cx="10515600" cy="1737360"/>
          </a:xfrm>
          <a:prstGeom prst="rect">
            <a:avLst/>
          </a:prstGeom>
          <a:noFill/>
          <a:ln/>
        </p:spPr>
        <p:txBody>
          <a:bodyPr wrap="square" lIns="0" tIns="0" rIns="0" bIns="0" rtlCol="0" anchor="ctr"/>
          <a:lstStyle/>
          <a:p>
            <a:pPr marL="0" indent="0">
              <a:lnSpc>
                <a:spcPct val="108000"/>
              </a:lnSpc>
              <a:buNone/>
            </a:pPr>
            <a:r>
              <a:rPr lang="en-US" sz="6000" dirty="0">
                <a:solidFill>
                  <a:srgbClr val="EAF0F7"/>
                </a:solidFill>
                <a:latin typeface="Times New Roman" panose="02020603050405020304" pitchFamily="18" charset="0"/>
                <a:ea typeface="Cambria" pitchFamily="34" charset="-122"/>
                <a:cs typeface="Times New Roman" panose="02020603050405020304" pitchFamily="18" charset="0"/>
              </a:rPr>
              <a:t>Log Analysis System for</a:t>
            </a:r>
            <a:endParaRPr lang="en-US" sz="6000" dirty="0">
              <a:latin typeface="Times New Roman" panose="02020603050405020304" pitchFamily="18" charset="0"/>
              <a:cs typeface="Times New Roman" panose="02020603050405020304" pitchFamily="18" charset="0"/>
            </a:endParaRPr>
          </a:p>
          <a:p>
            <a:pPr marL="0" indent="0">
              <a:lnSpc>
                <a:spcPct val="108000"/>
              </a:lnSpc>
              <a:buNone/>
            </a:pPr>
            <a:r>
              <a:rPr lang="en-US" sz="6000" dirty="0">
                <a:solidFill>
                  <a:srgbClr val="EAF0F7"/>
                </a:solidFill>
                <a:latin typeface="Times New Roman" panose="02020603050405020304" pitchFamily="18" charset="0"/>
                <a:ea typeface="Cambria" pitchFamily="34" charset="-122"/>
                <a:cs typeface="Times New Roman" panose="02020603050405020304" pitchFamily="18" charset="0"/>
              </a:rPr>
              <a:t>Recurring Error Patterns</a:t>
            </a:r>
            <a:endParaRPr lang="en-US" sz="6000" dirty="0">
              <a:latin typeface="Times New Roman" panose="02020603050405020304" pitchFamily="18" charset="0"/>
              <a:cs typeface="Times New Roman" panose="02020603050405020304" pitchFamily="18" charset="0"/>
            </a:endParaRPr>
          </a:p>
        </p:txBody>
      </p:sp>
      <p:sp>
        <p:nvSpPr>
          <p:cNvPr id="59" name="Shape 55"/>
          <p:cNvSpPr/>
          <p:nvPr/>
        </p:nvSpPr>
        <p:spPr>
          <a:xfrm>
            <a:off x="822960" y="5349240"/>
            <a:ext cx="2606040" cy="960120"/>
          </a:xfrm>
          <a:prstGeom prst="roundRect">
            <a:avLst>
              <a:gd name="adj" fmla="val 7619"/>
            </a:avLst>
          </a:prstGeom>
          <a:solidFill>
            <a:srgbClr val="121B2E"/>
          </a:solidFill>
          <a:ln w="9525">
            <a:solidFill>
              <a:srgbClr val="24304A"/>
            </a:solidFill>
            <a:prstDash val="solid"/>
          </a:ln>
        </p:spPr>
      </p:sp>
      <p:sp>
        <p:nvSpPr>
          <p:cNvPr id="60" name="Text 56"/>
          <p:cNvSpPr/>
          <p:nvPr/>
        </p:nvSpPr>
        <p:spPr>
          <a:xfrm>
            <a:off x="1005840" y="5486400"/>
            <a:ext cx="2240280" cy="274320"/>
          </a:xfrm>
          <a:prstGeom prst="rect">
            <a:avLst/>
          </a:prstGeom>
          <a:noFill/>
          <a:ln/>
        </p:spPr>
        <p:txBody>
          <a:bodyPr wrap="square" lIns="0" tIns="0" rIns="0" bIns="0" rtlCol="0" anchor="ctr"/>
          <a:lstStyle/>
          <a:p>
            <a:pPr marL="0" indent="0">
              <a:buNone/>
            </a:pPr>
            <a:r>
              <a:rPr lang="en-US" sz="900" b="1" kern="0" spc="100" dirty="0">
                <a:solidFill>
                  <a:srgbClr val="2DD4BF"/>
                </a:solidFill>
                <a:latin typeface="Calibri" pitchFamily="34" charset="0"/>
                <a:ea typeface="Calibri" pitchFamily="34" charset="-122"/>
                <a:cs typeface="Calibri" pitchFamily="34" charset="-120"/>
              </a:rPr>
              <a:t>TEAM NUMBER</a:t>
            </a:r>
            <a:endParaRPr lang="en-US" sz="900" dirty="0"/>
          </a:p>
        </p:txBody>
      </p:sp>
      <p:sp>
        <p:nvSpPr>
          <p:cNvPr id="61" name="Text 57"/>
          <p:cNvSpPr/>
          <p:nvPr/>
        </p:nvSpPr>
        <p:spPr>
          <a:xfrm>
            <a:off x="1005840" y="5779008"/>
            <a:ext cx="2240280" cy="457200"/>
          </a:xfrm>
          <a:prstGeom prst="rect">
            <a:avLst/>
          </a:prstGeom>
          <a:noFill/>
          <a:ln/>
        </p:spPr>
        <p:txBody>
          <a:bodyPr wrap="square" lIns="0" tIns="0" rIns="0" bIns="0" rtlCol="0" anchor="t"/>
          <a:lstStyle/>
          <a:p>
            <a:pPr marL="0" indent="0">
              <a:buNone/>
            </a:pPr>
            <a:r>
              <a:rPr lang="en-US" sz="1300" dirty="0">
                <a:solidFill>
                  <a:srgbClr val="EAF0F7"/>
                </a:solidFill>
                <a:latin typeface="Calibri" pitchFamily="34" charset="0"/>
                <a:ea typeface="Calibri" pitchFamily="34" charset="-122"/>
                <a:cs typeface="Calibri" pitchFamily="34" charset="-120"/>
              </a:rPr>
              <a:t>        03</a:t>
            </a:r>
            <a:endParaRPr lang="en-US" sz="1300" dirty="0"/>
          </a:p>
        </p:txBody>
      </p:sp>
      <p:sp>
        <p:nvSpPr>
          <p:cNvPr id="62" name="Shape 58"/>
          <p:cNvSpPr/>
          <p:nvPr/>
        </p:nvSpPr>
        <p:spPr>
          <a:xfrm>
            <a:off x="3657600" y="5349240"/>
            <a:ext cx="2606040" cy="960120"/>
          </a:xfrm>
          <a:prstGeom prst="roundRect">
            <a:avLst>
              <a:gd name="adj" fmla="val 7619"/>
            </a:avLst>
          </a:prstGeom>
          <a:solidFill>
            <a:srgbClr val="121B2E"/>
          </a:solidFill>
          <a:ln w="9525">
            <a:solidFill>
              <a:srgbClr val="24304A"/>
            </a:solidFill>
            <a:prstDash val="solid"/>
          </a:ln>
        </p:spPr>
      </p:sp>
      <p:sp>
        <p:nvSpPr>
          <p:cNvPr id="63" name="Text 59"/>
          <p:cNvSpPr/>
          <p:nvPr/>
        </p:nvSpPr>
        <p:spPr>
          <a:xfrm>
            <a:off x="3840480" y="5418557"/>
            <a:ext cx="2240280" cy="274320"/>
          </a:xfrm>
          <a:prstGeom prst="rect">
            <a:avLst/>
          </a:prstGeom>
          <a:noFill/>
          <a:ln/>
        </p:spPr>
        <p:txBody>
          <a:bodyPr wrap="square" lIns="0" tIns="0" rIns="0" bIns="0" rtlCol="0" anchor="ctr"/>
          <a:lstStyle/>
          <a:p>
            <a:pPr marL="0" indent="0">
              <a:buNone/>
            </a:pPr>
            <a:r>
              <a:rPr lang="en-US" sz="900" b="1" kern="0" spc="100" dirty="0">
                <a:solidFill>
                  <a:srgbClr val="2DD4BF"/>
                </a:solidFill>
                <a:latin typeface="Calibri" pitchFamily="34" charset="0"/>
                <a:ea typeface="Calibri" pitchFamily="34" charset="-122"/>
                <a:cs typeface="Calibri" pitchFamily="34" charset="-120"/>
              </a:rPr>
              <a:t>TEAM MEMBERS</a:t>
            </a:r>
            <a:endParaRPr lang="en-US" sz="900" dirty="0"/>
          </a:p>
        </p:txBody>
      </p:sp>
      <p:sp>
        <p:nvSpPr>
          <p:cNvPr id="64" name="Text 60"/>
          <p:cNvSpPr/>
          <p:nvPr/>
        </p:nvSpPr>
        <p:spPr>
          <a:xfrm>
            <a:off x="3840480" y="5686978"/>
            <a:ext cx="2240280" cy="549230"/>
          </a:xfrm>
          <a:prstGeom prst="rect">
            <a:avLst/>
          </a:prstGeom>
          <a:noFill/>
          <a:ln/>
        </p:spPr>
        <p:txBody>
          <a:bodyPr wrap="square" lIns="0" tIns="0" rIns="0" bIns="0" rtlCol="0" anchor="t"/>
          <a:lstStyle/>
          <a:p>
            <a:pPr marL="0" indent="0">
              <a:buNone/>
            </a:pPr>
            <a:r>
              <a:rPr lang="en-US" sz="1300" dirty="0">
                <a:solidFill>
                  <a:srgbClr val="EAF0F7"/>
                </a:solidFill>
                <a:latin typeface="Calibri" pitchFamily="34" charset="0"/>
                <a:ea typeface="Calibri" pitchFamily="34" charset="-122"/>
                <a:cs typeface="Calibri" pitchFamily="34" charset="-120"/>
              </a:rPr>
              <a:t>2520030027-Venkata Sai Krishna</a:t>
            </a:r>
          </a:p>
          <a:p>
            <a:pPr marL="0" indent="0">
              <a:buNone/>
            </a:pPr>
            <a:r>
              <a:rPr lang="en-US" sz="1300" dirty="0">
                <a:solidFill>
                  <a:srgbClr val="EAF0F7"/>
                </a:solidFill>
                <a:latin typeface="Calibri" pitchFamily="34" charset="0"/>
                <a:ea typeface="Calibri" pitchFamily="34" charset="-122"/>
                <a:cs typeface="Calibri" pitchFamily="34" charset="-120"/>
              </a:rPr>
              <a:t>2520030029-Pujith Pavan Kumar</a:t>
            </a:r>
          </a:p>
          <a:p>
            <a:pPr marL="0" indent="0">
              <a:buNone/>
            </a:pPr>
            <a:r>
              <a:rPr lang="en-US" sz="1300" dirty="0">
                <a:solidFill>
                  <a:srgbClr val="EAF0F7"/>
                </a:solidFill>
                <a:latin typeface="Calibri" pitchFamily="34" charset="0"/>
                <a:ea typeface="Calibri" pitchFamily="34" charset="-122"/>
                <a:cs typeface="Calibri" pitchFamily="34" charset="-120"/>
              </a:rPr>
              <a:t>2520030320-Ajai Manikanta</a:t>
            </a:r>
            <a:endParaRPr lang="en-US" sz="1300" dirty="0"/>
          </a:p>
        </p:txBody>
      </p:sp>
      <p:sp>
        <p:nvSpPr>
          <p:cNvPr id="65" name="Shape 61"/>
          <p:cNvSpPr/>
          <p:nvPr/>
        </p:nvSpPr>
        <p:spPr>
          <a:xfrm>
            <a:off x="6492240" y="5349240"/>
            <a:ext cx="2606040" cy="960120"/>
          </a:xfrm>
          <a:prstGeom prst="roundRect">
            <a:avLst>
              <a:gd name="adj" fmla="val 7619"/>
            </a:avLst>
          </a:prstGeom>
          <a:solidFill>
            <a:srgbClr val="121B2E"/>
          </a:solidFill>
          <a:ln w="9525">
            <a:solidFill>
              <a:srgbClr val="24304A"/>
            </a:solidFill>
            <a:prstDash val="solid"/>
          </a:ln>
        </p:spPr>
      </p:sp>
      <p:sp>
        <p:nvSpPr>
          <p:cNvPr id="66" name="Text 62"/>
          <p:cNvSpPr/>
          <p:nvPr/>
        </p:nvSpPr>
        <p:spPr>
          <a:xfrm>
            <a:off x="6675120" y="5486400"/>
            <a:ext cx="2240280" cy="274320"/>
          </a:xfrm>
          <a:prstGeom prst="rect">
            <a:avLst/>
          </a:prstGeom>
          <a:noFill/>
          <a:ln/>
        </p:spPr>
        <p:txBody>
          <a:bodyPr wrap="square" lIns="0" tIns="0" rIns="0" bIns="0" rtlCol="0" anchor="ctr"/>
          <a:lstStyle/>
          <a:p>
            <a:pPr marL="0" indent="0">
              <a:buNone/>
            </a:pPr>
            <a:r>
              <a:rPr lang="en-US" sz="900" b="1" kern="0" spc="100" dirty="0">
                <a:solidFill>
                  <a:srgbClr val="2DD4BF"/>
                </a:solidFill>
                <a:latin typeface="Calibri" pitchFamily="34" charset="0"/>
                <a:ea typeface="Calibri" pitchFamily="34" charset="-122"/>
                <a:cs typeface="Calibri" pitchFamily="34" charset="-120"/>
              </a:rPr>
              <a:t>SECTION</a:t>
            </a:r>
            <a:endParaRPr lang="en-US" sz="900" dirty="0"/>
          </a:p>
        </p:txBody>
      </p:sp>
      <p:sp>
        <p:nvSpPr>
          <p:cNvPr id="67" name="Text 63"/>
          <p:cNvSpPr/>
          <p:nvPr/>
        </p:nvSpPr>
        <p:spPr>
          <a:xfrm>
            <a:off x="6675120" y="5779008"/>
            <a:ext cx="2240280" cy="457200"/>
          </a:xfrm>
          <a:prstGeom prst="rect">
            <a:avLst/>
          </a:prstGeom>
          <a:noFill/>
          <a:ln/>
        </p:spPr>
        <p:txBody>
          <a:bodyPr wrap="square" lIns="0" tIns="0" rIns="0" bIns="0" rtlCol="0" anchor="t"/>
          <a:lstStyle/>
          <a:p>
            <a:pPr marL="0" indent="0">
              <a:buNone/>
            </a:pPr>
            <a:r>
              <a:rPr lang="en-US" sz="1300" dirty="0">
                <a:solidFill>
                  <a:srgbClr val="EAF0F7"/>
                </a:solidFill>
                <a:latin typeface="Calibri" pitchFamily="34" charset="0"/>
                <a:ea typeface="Calibri" pitchFamily="34" charset="-122"/>
                <a:cs typeface="Calibri" pitchFamily="34" charset="-120"/>
              </a:rPr>
              <a:t>    07</a:t>
            </a:r>
            <a:endParaRPr lang="en-US" sz="1300" dirty="0"/>
          </a:p>
        </p:txBody>
      </p:sp>
      <p:sp>
        <p:nvSpPr>
          <p:cNvPr id="68" name="Shape 64"/>
          <p:cNvSpPr/>
          <p:nvPr/>
        </p:nvSpPr>
        <p:spPr>
          <a:xfrm>
            <a:off x="9326880" y="5349240"/>
            <a:ext cx="2606040" cy="960120"/>
          </a:xfrm>
          <a:prstGeom prst="roundRect">
            <a:avLst>
              <a:gd name="adj" fmla="val 7619"/>
            </a:avLst>
          </a:prstGeom>
          <a:solidFill>
            <a:srgbClr val="121B2E"/>
          </a:solidFill>
          <a:ln w="9525">
            <a:solidFill>
              <a:srgbClr val="24304A"/>
            </a:solidFill>
            <a:prstDash val="solid"/>
          </a:ln>
        </p:spPr>
      </p:sp>
      <p:sp>
        <p:nvSpPr>
          <p:cNvPr id="69" name="Text 65"/>
          <p:cNvSpPr/>
          <p:nvPr/>
        </p:nvSpPr>
        <p:spPr>
          <a:xfrm>
            <a:off x="9509760" y="5486400"/>
            <a:ext cx="2240280" cy="274320"/>
          </a:xfrm>
          <a:prstGeom prst="rect">
            <a:avLst/>
          </a:prstGeom>
          <a:noFill/>
          <a:ln/>
        </p:spPr>
        <p:txBody>
          <a:bodyPr wrap="square" lIns="0" tIns="0" rIns="0" bIns="0" rtlCol="0" anchor="ctr"/>
          <a:lstStyle/>
          <a:p>
            <a:pPr marL="0" indent="0">
              <a:buNone/>
            </a:pPr>
            <a:r>
              <a:rPr lang="en-US" sz="900" b="1" kern="0" spc="100" dirty="0">
                <a:solidFill>
                  <a:srgbClr val="2DD4BF"/>
                </a:solidFill>
                <a:latin typeface="Calibri" pitchFamily="34" charset="0"/>
                <a:ea typeface="Calibri" pitchFamily="34" charset="-122"/>
                <a:cs typeface="Calibri" pitchFamily="34" charset="-120"/>
              </a:rPr>
              <a:t>SUBJECT</a:t>
            </a:r>
            <a:endParaRPr lang="en-US" sz="900" dirty="0"/>
          </a:p>
        </p:txBody>
      </p:sp>
      <p:sp>
        <p:nvSpPr>
          <p:cNvPr id="70" name="Text 66"/>
          <p:cNvSpPr/>
          <p:nvPr/>
        </p:nvSpPr>
        <p:spPr>
          <a:xfrm>
            <a:off x="9509760" y="5779008"/>
            <a:ext cx="2240280" cy="457200"/>
          </a:xfrm>
          <a:prstGeom prst="rect">
            <a:avLst/>
          </a:prstGeom>
          <a:noFill/>
          <a:ln/>
        </p:spPr>
        <p:txBody>
          <a:bodyPr wrap="square" lIns="0" tIns="0" rIns="0" bIns="0" rtlCol="0" anchor="t"/>
          <a:lstStyle/>
          <a:p>
            <a:pPr marL="0" indent="0">
              <a:buNone/>
            </a:pPr>
            <a:r>
              <a:rPr lang="en-US" sz="1300" dirty="0">
                <a:solidFill>
                  <a:srgbClr val="EAF0F7"/>
                </a:solidFill>
                <a:latin typeface="Calibri" pitchFamily="34" charset="0"/>
                <a:ea typeface="Calibri" pitchFamily="34" charset="-122"/>
                <a:cs typeface="Calibri" pitchFamily="34" charset="-120"/>
              </a:rPr>
              <a:t>DSA-3</a:t>
            </a:r>
            <a:endParaRPr lang="en-US" sz="1300" dirty="0"/>
          </a:p>
        </p:txBody>
      </p:sp>
      <p:pic>
        <p:nvPicPr>
          <p:cNvPr id="71" name="Picture 70" descr="Best Private University in Telangana &amp; Andhra Pradesh | KLH Hyderabad">
            <a:extLst>
              <a:ext uri="{FF2B5EF4-FFF2-40B4-BE49-F238E27FC236}">
                <a16:creationId xmlns:a16="http://schemas.microsoft.com/office/drawing/2014/main" id="{976223F3-DA35-64A5-01AB-F1FDBCD44410}"/>
              </a:ext>
            </a:extLst>
          </p:cNvPr>
          <p:cNvPicPr>
            <a:picLocks noChangeAspect="1"/>
          </p:cNvPicPr>
          <p:nvPr/>
        </p:nvPicPr>
        <p:blipFill>
          <a:blip r:embed="rId3"/>
          <a:stretch>
            <a:fillRect/>
          </a:stretch>
        </p:blipFill>
        <p:spPr>
          <a:xfrm>
            <a:off x="238524" y="-515197"/>
            <a:ext cx="3190476" cy="237142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A"/>
        </a:solidFill>
        <a:effectLst/>
      </p:bgPr>
    </p:bg>
    <p:spTree>
      <p:nvGrpSpPr>
        <p:cNvPr id="1" name=""/>
        <p:cNvGrpSpPr/>
        <p:nvPr/>
      </p:nvGrpSpPr>
      <p:grpSpPr>
        <a:xfrm>
          <a:off x="0" y="0"/>
          <a:ext cx="0" cy="0"/>
          <a:chOff x="0" y="0"/>
          <a:chExt cx="0" cy="0"/>
        </a:xfrm>
      </p:grpSpPr>
      <p:sp>
        <p:nvSpPr>
          <p:cNvPr id="3" name="Text 1"/>
          <p:cNvSpPr/>
          <p:nvPr/>
        </p:nvSpPr>
        <p:spPr>
          <a:xfrm>
            <a:off x="457200" y="658368"/>
            <a:ext cx="7315200" cy="548640"/>
          </a:xfrm>
          <a:prstGeom prst="rect">
            <a:avLst/>
          </a:prstGeom>
          <a:noFill/>
          <a:ln/>
        </p:spPr>
        <p:txBody>
          <a:bodyPr wrap="square" lIns="0" tIns="0" rIns="0" bIns="0" rtlCol="0" anchor="ctr"/>
          <a:lstStyle/>
          <a:p>
            <a:pPr marL="0" indent="0">
              <a:buNone/>
            </a:pPr>
            <a:r>
              <a:rPr lang="en-US" sz="3000" b="1" dirty="0">
                <a:solidFill>
                  <a:srgbClr val="EAF0F7"/>
                </a:solidFill>
                <a:latin typeface="Cambria" pitchFamily="34" charset="0"/>
                <a:ea typeface="Cambria" pitchFamily="34" charset="-122"/>
                <a:cs typeface="Cambria" pitchFamily="34" charset="-120"/>
              </a:rPr>
              <a:t>Abstract</a:t>
            </a:r>
            <a:endParaRPr lang="en-US" sz="3000" dirty="0"/>
          </a:p>
        </p:txBody>
      </p:sp>
      <p:sp>
        <p:nvSpPr>
          <p:cNvPr id="4" name="Shape 2"/>
          <p:cNvSpPr/>
          <p:nvPr/>
        </p:nvSpPr>
        <p:spPr>
          <a:xfrm>
            <a:off x="733979" y="1499616"/>
            <a:ext cx="10696021" cy="4892040"/>
          </a:xfrm>
          <a:prstGeom prst="roundRect">
            <a:avLst>
              <a:gd name="adj" fmla="val 1869"/>
            </a:avLst>
          </a:prstGeom>
          <a:solidFill>
            <a:srgbClr val="121B2E"/>
          </a:solidFill>
          <a:ln w="9525">
            <a:solidFill>
              <a:srgbClr val="24304A"/>
            </a:solidFill>
            <a:prstDash val="solid"/>
          </a:ln>
        </p:spPr>
        <p:txBody>
          <a:bodyPr/>
          <a:lstStyle/>
          <a:p>
            <a:endParaRPr lang="en-IN" dirty="0"/>
          </a:p>
        </p:txBody>
      </p:sp>
      <p:sp>
        <p:nvSpPr>
          <p:cNvPr id="8" name="Text 5"/>
          <p:cNvSpPr/>
          <p:nvPr/>
        </p:nvSpPr>
        <p:spPr>
          <a:xfrm>
            <a:off x="961595" y="1740310"/>
            <a:ext cx="10217681" cy="4386170"/>
          </a:xfrm>
          <a:prstGeom prst="rect">
            <a:avLst/>
          </a:prstGeom>
          <a:noFill/>
          <a:ln/>
        </p:spPr>
        <p:txBody>
          <a:bodyPr wrap="square" lIns="0" tIns="0" rIns="0" bIns="0" rtlCol="0" anchor="ctr"/>
          <a:lstStyle/>
          <a:p>
            <a:pPr algn="just">
              <a:lnSpc>
                <a:spcPct val="135000"/>
              </a:lnSpc>
            </a:pPr>
            <a:r>
              <a:rPr lang="en-IN" dirty="0">
                <a:solidFill>
                  <a:schemeClr val="bg1"/>
                </a:solidFill>
                <a:latin typeface="Times New Roman" panose="02020603050405020304" pitchFamily="18" charset="0"/>
                <a:cs typeface="Times New Roman" panose="02020603050405020304" pitchFamily="18" charset="0"/>
              </a:rPr>
              <a:t>The Log Analysis System for Recurring Error Patterns is a DSA-3 project that helps in finding repeated errors from large amounts of system and application log data. In a real system, logs can contain thousands of messages, making it difficult to manually identify which errors are occurring again and again. Our system reads the logs, identifies errors, counts their occurrences, and finds similar or repeated error messages. This makes it easier to understand common problems and quickly identify errors that need attention.</a:t>
            </a:r>
          </a:p>
          <a:p>
            <a:pPr algn="just">
              <a:lnSpc>
                <a:spcPct val="135000"/>
              </a:lnSpc>
            </a:pPr>
            <a:endParaRPr lang="en-IN" dirty="0">
              <a:solidFill>
                <a:schemeClr val="bg1"/>
              </a:solidFill>
              <a:latin typeface="Times New Roman" panose="02020603050405020304" pitchFamily="18" charset="0"/>
              <a:cs typeface="Times New Roman" panose="02020603050405020304" pitchFamily="18" charset="0"/>
            </a:endParaRPr>
          </a:p>
          <a:p>
            <a:pPr algn="just">
              <a:lnSpc>
                <a:spcPct val="135000"/>
              </a:lnSpc>
            </a:pPr>
            <a:r>
              <a:rPr lang="en-IN" dirty="0">
                <a:solidFill>
                  <a:schemeClr val="bg1"/>
                </a:solidFill>
                <a:latin typeface="Times New Roman" panose="02020603050405020304" pitchFamily="18" charset="0"/>
                <a:cs typeface="Times New Roman" panose="02020603050405020304" pitchFamily="18" charset="0"/>
              </a:rPr>
              <a:t>The project uses important Data Structures and Algorithms such as HashMap, Priority Queue, KMP, Rabin-Karp, Aho-</a:t>
            </a:r>
            <a:r>
              <a:rPr lang="en-IN" dirty="0" err="1">
                <a:solidFill>
                  <a:schemeClr val="bg1"/>
                </a:solidFill>
                <a:latin typeface="Times New Roman" panose="02020603050405020304" pitchFamily="18" charset="0"/>
                <a:cs typeface="Times New Roman" panose="02020603050405020304" pitchFamily="18" charset="0"/>
              </a:rPr>
              <a:t>Corasick</a:t>
            </a:r>
            <a:r>
              <a:rPr lang="en-IN" dirty="0">
                <a:solidFill>
                  <a:schemeClr val="bg1"/>
                </a:solidFill>
                <a:latin typeface="Times New Roman" panose="02020603050405020304" pitchFamily="18" charset="0"/>
                <a:cs typeface="Times New Roman" panose="02020603050405020304" pitchFamily="18" charset="0"/>
              </a:rPr>
              <a:t>, and Edit Distance. These algorithms help the system search error patterns, count frequently occurring errors, find similar messages, and rank the most common errors. Overall, the project shows how DSA concepts can be used to solve a practical problem and make log analysis faster, easier, and more organized.</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29" name="Text 26"/>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8A96B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A"/>
        </a:solidFill>
        <a:effectLst/>
      </p:bgPr>
    </p:bg>
    <p:spTree>
      <p:nvGrpSpPr>
        <p:cNvPr id="1" name=""/>
        <p:cNvGrpSpPr/>
        <p:nvPr/>
      </p:nvGrpSpPr>
      <p:grpSpPr>
        <a:xfrm>
          <a:off x="0" y="0"/>
          <a:ext cx="0" cy="0"/>
          <a:chOff x="0" y="0"/>
          <a:chExt cx="0" cy="0"/>
        </a:xfrm>
      </p:grpSpPr>
      <p:sp>
        <p:nvSpPr>
          <p:cNvPr id="3" name="Text 1"/>
          <p:cNvSpPr/>
          <p:nvPr/>
        </p:nvSpPr>
        <p:spPr>
          <a:xfrm>
            <a:off x="457200" y="658368"/>
            <a:ext cx="7315200" cy="548640"/>
          </a:xfrm>
          <a:prstGeom prst="rect">
            <a:avLst/>
          </a:prstGeom>
          <a:noFill/>
          <a:ln/>
        </p:spPr>
        <p:txBody>
          <a:bodyPr wrap="square" lIns="0" tIns="0" rIns="0" bIns="0" rtlCol="0" anchor="ctr"/>
          <a:lstStyle/>
          <a:p>
            <a:pPr marL="0" indent="0">
              <a:buNone/>
            </a:pPr>
            <a:r>
              <a:rPr lang="en-US" sz="3000" b="1" dirty="0">
                <a:solidFill>
                  <a:srgbClr val="EAF0F7"/>
                </a:solidFill>
                <a:latin typeface="Times New Roman" panose="02020603050405020304" pitchFamily="18" charset="0"/>
                <a:ea typeface="Cambria" pitchFamily="34" charset="-122"/>
                <a:cs typeface="Times New Roman" panose="02020603050405020304" pitchFamily="18" charset="0"/>
              </a:rPr>
              <a:t>Problem Statement</a:t>
            </a:r>
            <a:endParaRPr lang="en-US" sz="3000" dirty="0">
              <a:latin typeface="Times New Roman" panose="02020603050405020304" pitchFamily="18" charset="0"/>
              <a:cs typeface="Times New Roman" panose="02020603050405020304" pitchFamily="18" charset="0"/>
            </a:endParaRPr>
          </a:p>
        </p:txBody>
      </p:sp>
      <p:sp>
        <p:nvSpPr>
          <p:cNvPr id="5" name="Shape 3"/>
          <p:cNvSpPr/>
          <p:nvPr/>
        </p:nvSpPr>
        <p:spPr>
          <a:xfrm>
            <a:off x="457200" y="1965960"/>
            <a:ext cx="5212080" cy="2084832"/>
          </a:xfrm>
          <a:prstGeom prst="roundRect">
            <a:avLst>
              <a:gd name="adj" fmla="val 4386"/>
            </a:avLst>
          </a:prstGeom>
          <a:solidFill>
            <a:srgbClr val="121B2E"/>
          </a:solidFill>
          <a:ln w="9525">
            <a:solidFill>
              <a:srgbClr val="24304A"/>
            </a:solidFill>
            <a:prstDash val="solid"/>
          </a:ln>
        </p:spPr>
      </p:sp>
      <p:sp>
        <p:nvSpPr>
          <p:cNvPr id="6" name="Shape 4"/>
          <p:cNvSpPr/>
          <p:nvPr/>
        </p:nvSpPr>
        <p:spPr>
          <a:xfrm>
            <a:off x="713232" y="2221992"/>
            <a:ext cx="566928" cy="566928"/>
          </a:xfrm>
          <a:prstGeom prst="ellipse">
            <a:avLst/>
          </a:prstGeom>
          <a:solidFill>
            <a:srgbClr val="16223A"/>
          </a:solidFill>
          <a:ln/>
        </p:spPr>
      </p:sp>
      <p:pic>
        <p:nvPicPr>
          <p:cNvPr id="7" name="Image 0" descr="/home/claude/logproj/icons/layers.png"/>
          <p:cNvPicPr>
            <a:picLocks noChangeAspect="1"/>
          </p:cNvPicPr>
          <p:nvPr/>
        </p:nvPicPr>
        <p:blipFill>
          <a:blip r:embed="rId3"/>
          <a:stretch>
            <a:fillRect/>
          </a:stretch>
        </p:blipFill>
        <p:spPr>
          <a:xfrm>
            <a:off x="859536" y="2368296"/>
            <a:ext cx="274320" cy="274320"/>
          </a:xfrm>
          <a:prstGeom prst="rect">
            <a:avLst/>
          </a:prstGeom>
        </p:spPr>
      </p:pic>
      <p:sp>
        <p:nvSpPr>
          <p:cNvPr id="8" name="Text 5"/>
          <p:cNvSpPr/>
          <p:nvPr/>
        </p:nvSpPr>
        <p:spPr>
          <a:xfrm>
            <a:off x="1463040" y="2240280"/>
            <a:ext cx="3977640" cy="365760"/>
          </a:xfrm>
          <a:prstGeom prst="rect">
            <a:avLst/>
          </a:prstGeom>
          <a:noFill/>
          <a:ln/>
        </p:spPr>
        <p:txBody>
          <a:bodyPr wrap="square" lIns="0" tIns="0" rIns="0" bIns="0" rtlCol="0" anchor="ctr"/>
          <a:lstStyle/>
          <a:p>
            <a:pPr marL="0" indent="0">
              <a:buNone/>
            </a:pPr>
            <a:r>
              <a:rPr lang="en-US" sz="1500" b="1" dirty="0">
                <a:solidFill>
                  <a:srgbClr val="EAF0F7"/>
                </a:solidFill>
                <a:latin typeface="Times New Roman" panose="02020603050405020304" pitchFamily="18" charset="0"/>
                <a:ea typeface="Calibri" pitchFamily="34" charset="-122"/>
                <a:cs typeface="Times New Roman" panose="02020603050405020304" pitchFamily="18" charset="0"/>
              </a:rPr>
              <a:t>Massive Log Volume</a:t>
            </a:r>
            <a:endParaRPr lang="en-US" sz="1500" dirty="0">
              <a:latin typeface="Times New Roman" panose="02020603050405020304" pitchFamily="18" charset="0"/>
              <a:cs typeface="Times New Roman" panose="02020603050405020304" pitchFamily="18" charset="0"/>
            </a:endParaRPr>
          </a:p>
        </p:txBody>
      </p:sp>
      <p:sp>
        <p:nvSpPr>
          <p:cNvPr id="9" name="Text 6"/>
          <p:cNvSpPr/>
          <p:nvPr/>
        </p:nvSpPr>
        <p:spPr>
          <a:xfrm>
            <a:off x="713232" y="2926080"/>
            <a:ext cx="4700016" cy="960120"/>
          </a:xfrm>
          <a:prstGeom prst="rect">
            <a:avLst/>
          </a:prstGeom>
          <a:noFill/>
          <a:ln/>
        </p:spPr>
        <p:txBody>
          <a:bodyPr wrap="square" lIns="0" tIns="0" rIns="0" bIns="0" rtlCol="0" anchor="ctr"/>
          <a:lstStyle/>
          <a:p>
            <a:pPr>
              <a:lnSpc>
                <a:spcPct val="125000"/>
              </a:lnSpc>
            </a:pPr>
            <a:r>
              <a:rPr lang="en-IN" sz="1400" dirty="0">
                <a:solidFill>
                  <a:schemeClr val="bg1"/>
                </a:solidFill>
                <a:latin typeface="Times New Roman" panose="02020603050405020304" pitchFamily="18" charset="0"/>
                <a:cs typeface="Times New Roman" panose="02020603050405020304" pitchFamily="18" charset="0"/>
              </a:rPr>
              <a:t>Applications generate thousands of information, warning, and error messages, making manual analysis difficult.</a:t>
            </a:r>
            <a:endParaRPr lang="en-US" sz="1400" dirty="0">
              <a:solidFill>
                <a:schemeClr val="bg1"/>
              </a:solidFill>
              <a:latin typeface="Times New Roman" panose="02020603050405020304" pitchFamily="18" charset="0"/>
              <a:cs typeface="Times New Roman" panose="02020603050405020304" pitchFamily="18" charset="0"/>
            </a:endParaRPr>
          </a:p>
        </p:txBody>
      </p:sp>
      <p:sp>
        <p:nvSpPr>
          <p:cNvPr id="10" name="Shape 7"/>
          <p:cNvSpPr/>
          <p:nvPr/>
        </p:nvSpPr>
        <p:spPr>
          <a:xfrm>
            <a:off x="6035040" y="1965960"/>
            <a:ext cx="5212080" cy="2084832"/>
          </a:xfrm>
          <a:prstGeom prst="roundRect">
            <a:avLst>
              <a:gd name="adj" fmla="val 4386"/>
            </a:avLst>
          </a:prstGeom>
          <a:solidFill>
            <a:srgbClr val="121B2E"/>
          </a:solidFill>
          <a:ln w="9525">
            <a:solidFill>
              <a:srgbClr val="24304A"/>
            </a:solidFill>
            <a:prstDash val="solid"/>
          </a:ln>
        </p:spPr>
      </p:sp>
      <p:sp>
        <p:nvSpPr>
          <p:cNvPr id="11" name="Shape 8"/>
          <p:cNvSpPr/>
          <p:nvPr/>
        </p:nvSpPr>
        <p:spPr>
          <a:xfrm>
            <a:off x="6291072" y="2221992"/>
            <a:ext cx="566928" cy="566928"/>
          </a:xfrm>
          <a:prstGeom prst="ellipse">
            <a:avLst/>
          </a:prstGeom>
          <a:solidFill>
            <a:srgbClr val="16223A"/>
          </a:solidFill>
          <a:ln/>
        </p:spPr>
      </p:sp>
      <p:pic>
        <p:nvPicPr>
          <p:cNvPr id="12" name="Image 1" descr="/home/claude/logproj/icons/clock.png"/>
          <p:cNvPicPr>
            <a:picLocks noChangeAspect="1"/>
          </p:cNvPicPr>
          <p:nvPr/>
        </p:nvPicPr>
        <p:blipFill>
          <a:blip r:embed="rId4"/>
          <a:stretch>
            <a:fillRect/>
          </a:stretch>
        </p:blipFill>
        <p:spPr>
          <a:xfrm>
            <a:off x="6437376" y="2368296"/>
            <a:ext cx="274320" cy="274320"/>
          </a:xfrm>
          <a:prstGeom prst="rect">
            <a:avLst/>
          </a:prstGeom>
        </p:spPr>
      </p:pic>
      <p:sp>
        <p:nvSpPr>
          <p:cNvPr id="13" name="Text 9"/>
          <p:cNvSpPr/>
          <p:nvPr/>
        </p:nvSpPr>
        <p:spPr>
          <a:xfrm>
            <a:off x="7040880" y="2240280"/>
            <a:ext cx="3977640" cy="365760"/>
          </a:xfrm>
          <a:prstGeom prst="rect">
            <a:avLst/>
          </a:prstGeom>
          <a:noFill/>
          <a:ln/>
        </p:spPr>
        <p:txBody>
          <a:bodyPr wrap="square" lIns="0" tIns="0" rIns="0" bIns="0" rtlCol="0" anchor="ctr"/>
          <a:lstStyle/>
          <a:p>
            <a:pPr marL="0" indent="0">
              <a:buNone/>
            </a:pPr>
            <a:r>
              <a:rPr lang="en-US" sz="1500" b="1" dirty="0">
                <a:solidFill>
                  <a:srgbClr val="EAF0F7"/>
                </a:solidFill>
                <a:latin typeface="Times New Roman" panose="02020603050405020304" pitchFamily="18" charset="0"/>
                <a:ea typeface="Calibri" pitchFamily="34" charset="-122"/>
                <a:cs typeface="Times New Roman" panose="02020603050405020304" pitchFamily="18" charset="0"/>
              </a:rPr>
              <a:t>Manual Review is Slow</a:t>
            </a:r>
            <a:endParaRPr lang="en-US" sz="1500" dirty="0">
              <a:latin typeface="Times New Roman" panose="02020603050405020304" pitchFamily="18" charset="0"/>
              <a:cs typeface="Times New Roman" panose="02020603050405020304" pitchFamily="18" charset="0"/>
            </a:endParaRPr>
          </a:p>
        </p:txBody>
      </p:sp>
      <p:sp>
        <p:nvSpPr>
          <p:cNvPr id="14" name="Text 10"/>
          <p:cNvSpPr/>
          <p:nvPr/>
        </p:nvSpPr>
        <p:spPr>
          <a:xfrm>
            <a:off x="6291072" y="2926080"/>
            <a:ext cx="4700016" cy="960120"/>
          </a:xfrm>
          <a:prstGeom prst="rect">
            <a:avLst/>
          </a:prstGeom>
          <a:noFill/>
          <a:ln/>
        </p:spPr>
        <p:txBody>
          <a:bodyPr wrap="square" lIns="0" tIns="0" rIns="0" bIns="0" rtlCol="0" anchor="ctr"/>
          <a:lstStyle/>
          <a:p>
            <a:pPr>
              <a:lnSpc>
                <a:spcPct val="125000"/>
              </a:lnSpc>
            </a:pPr>
            <a:r>
              <a:rPr lang="en-IN" sz="1400" dirty="0">
                <a:solidFill>
                  <a:schemeClr val="bg1"/>
                </a:solidFill>
                <a:latin typeface="Times New Roman" panose="02020603050405020304" pitchFamily="18" charset="0"/>
                <a:cs typeface="Times New Roman" panose="02020603050405020304" pitchFamily="18" charset="0"/>
              </a:rPr>
              <a:t>Going through large numbers of log entries manually takes considerable time and can lead to missed errors.</a:t>
            </a:r>
            <a:endParaRPr lang="en-US" sz="1400" dirty="0">
              <a:solidFill>
                <a:schemeClr val="bg1"/>
              </a:solidFill>
              <a:latin typeface="Times New Roman" panose="02020603050405020304" pitchFamily="18" charset="0"/>
              <a:cs typeface="Times New Roman" panose="02020603050405020304" pitchFamily="18" charset="0"/>
            </a:endParaRPr>
          </a:p>
        </p:txBody>
      </p:sp>
      <p:sp>
        <p:nvSpPr>
          <p:cNvPr id="15" name="Shape 11"/>
          <p:cNvSpPr/>
          <p:nvPr/>
        </p:nvSpPr>
        <p:spPr>
          <a:xfrm>
            <a:off x="457200" y="4343400"/>
            <a:ext cx="5212080" cy="2084832"/>
          </a:xfrm>
          <a:prstGeom prst="roundRect">
            <a:avLst>
              <a:gd name="adj" fmla="val 4386"/>
            </a:avLst>
          </a:prstGeom>
          <a:solidFill>
            <a:srgbClr val="121B2E"/>
          </a:solidFill>
          <a:ln w="9525">
            <a:solidFill>
              <a:srgbClr val="24304A"/>
            </a:solidFill>
            <a:prstDash val="solid"/>
          </a:ln>
        </p:spPr>
      </p:sp>
      <p:sp>
        <p:nvSpPr>
          <p:cNvPr id="16" name="Shape 12"/>
          <p:cNvSpPr/>
          <p:nvPr/>
        </p:nvSpPr>
        <p:spPr>
          <a:xfrm>
            <a:off x="713232" y="4599432"/>
            <a:ext cx="566928" cy="566928"/>
          </a:xfrm>
          <a:prstGeom prst="ellipse">
            <a:avLst/>
          </a:prstGeom>
          <a:solidFill>
            <a:srgbClr val="16223A"/>
          </a:solidFill>
          <a:ln/>
        </p:spPr>
      </p:sp>
      <p:pic>
        <p:nvPicPr>
          <p:cNvPr id="17" name="Image 2" descr="/home/claude/logproj/icons/eyeOff.png"/>
          <p:cNvPicPr>
            <a:picLocks noChangeAspect="1"/>
          </p:cNvPicPr>
          <p:nvPr/>
        </p:nvPicPr>
        <p:blipFill>
          <a:blip r:embed="rId5"/>
          <a:stretch>
            <a:fillRect/>
          </a:stretch>
        </p:blipFill>
        <p:spPr>
          <a:xfrm>
            <a:off x="859536" y="4745736"/>
            <a:ext cx="274320" cy="274320"/>
          </a:xfrm>
          <a:prstGeom prst="rect">
            <a:avLst/>
          </a:prstGeom>
        </p:spPr>
      </p:pic>
      <p:sp>
        <p:nvSpPr>
          <p:cNvPr id="18" name="Text 13"/>
          <p:cNvSpPr/>
          <p:nvPr/>
        </p:nvSpPr>
        <p:spPr>
          <a:xfrm>
            <a:off x="1463040" y="4617720"/>
            <a:ext cx="3977640" cy="365760"/>
          </a:xfrm>
          <a:prstGeom prst="rect">
            <a:avLst/>
          </a:prstGeom>
          <a:noFill/>
          <a:ln/>
        </p:spPr>
        <p:txBody>
          <a:bodyPr wrap="square" lIns="0" tIns="0" rIns="0" bIns="0" rtlCol="0" anchor="ctr"/>
          <a:lstStyle/>
          <a:p>
            <a:pPr marL="0" indent="0">
              <a:buNone/>
            </a:pPr>
            <a:r>
              <a:rPr lang="en-US" sz="1500" b="1" dirty="0">
                <a:solidFill>
                  <a:srgbClr val="EAF0F7"/>
                </a:solidFill>
                <a:latin typeface="Times New Roman" panose="02020603050405020304" pitchFamily="18" charset="0"/>
                <a:ea typeface="Calibri" pitchFamily="34" charset="-122"/>
                <a:cs typeface="Times New Roman" panose="02020603050405020304" pitchFamily="18" charset="0"/>
              </a:rPr>
              <a:t>Recurring Errors Get Missed</a:t>
            </a:r>
            <a:endParaRPr lang="en-US" sz="1500" dirty="0">
              <a:latin typeface="Times New Roman" panose="02020603050405020304" pitchFamily="18" charset="0"/>
              <a:cs typeface="Times New Roman" panose="02020603050405020304" pitchFamily="18" charset="0"/>
            </a:endParaRPr>
          </a:p>
        </p:txBody>
      </p:sp>
      <p:sp>
        <p:nvSpPr>
          <p:cNvPr id="19" name="Text 14"/>
          <p:cNvSpPr/>
          <p:nvPr/>
        </p:nvSpPr>
        <p:spPr>
          <a:xfrm>
            <a:off x="713232" y="5303520"/>
            <a:ext cx="4700016" cy="960120"/>
          </a:xfrm>
          <a:prstGeom prst="rect">
            <a:avLst/>
          </a:prstGeom>
          <a:noFill/>
          <a:ln/>
        </p:spPr>
        <p:txBody>
          <a:bodyPr wrap="square" lIns="0" tIns="0" rIns="0" bIns="0" rtlCol="0" anchor="ctr"/>
          <a:lstStyle/>
          <a:p>
            <a:pPr>
              <a:lnSpc>
                <a:spcPct val="125000"/>
              </a:lnSpc>
            </a:pPr>
            <a:r>
              <a:rPr lang="en-IN" sz="1400" dirty="0">
                <a:solidFill>
                  <a:schemeClr val="bg1"/>
                </a:solidFill>
                <a:latin typeface="Times New Roman" panose="02020603050405020304" pitchFamily="18" charset="0"/>
                <a:cs typeface="Times New Roman" panose="02020603050405020304" pitchFamily="18" charset="0"/>
              </a:rPr>
              <a:t>Repeated and slightly different error messages can be difficult to identify when mixed with large amounts of normal log data.</a:t>
            </a:r>
            <a:endParaRPr lang="en-US" sz="1400" dirty="0">
              <a:solidFill>
                <a:schemeClr val="bg1"/>
              </a:solidFill>
              <a:latin typeface="Times New Roman" panose="02020603050405020304" pitchFamily="18" charset="0"/>
              <a:cs typeface="Times New Roman" panose="02020603050405020304" pitchFamily="18" charset="0"/>
            </a:endParaRPr>
          </a:p>
        </p:txBody>
      </p:sp>
      <p:sp>
        <p:nvSpPr>
          <p:cNvPr id="20" name="Shape 15"/>
          <p:cNvSpPr/>
          <p:nvPr/>
        </p:nvSpPr>
        <p:spPr>
          <a:xfrm>
            <a:off x="6035040" y="4343400"/>
            <a:ext cx="5212080" cy="2084832"/>
          </a:xfrm>
          <a:prstGeom prst="roundRect">
            <a:avLst>
              <a:gd name="adj" fmla="val 4386"/>
            </a:avLst>
          </a:prstGeom>
          <a:solidFill>
            <a:srgbClr val="121B2E"/>
          </a:solidFill>
          <a:ln w="9525">
            <a:solidFill>
              <a:srgbClr val="24304A"/>
            </a:solidFill>
            <a:prstDash val="solid"/>
          </a:ln>
        </p:spPr>
      </p:sp>
      <p:sp>
        <p:nvSpPr>
          <p:cNvPr id="21" name="Shape 16"/>
          <p:cNvSpPr/>
          <p:nvPr/>
        </p:nvSpPr>
        <p:spPr>
          <a:xfrm>
            <a:off x="6291072" y="4599432"/>
            <a:ext cx="566928" cy="566928"/>
          </a:xfrm>
          <a:prstGeom prst="ellipse">
            <a:avLst/>
          </a:prstGeom>
          <a:solidFill>
            <a:srgbClr val="16223A"/>
          </a:solidFill>
          <a:ln/>
        </p:spPr>
      </p:sp>
      <p:pic>
        <p:nvPicPr>
          <p:cNvPr id="22" name="Image 3" descr="/home/claude/logproj/icons/target.png"/>
          <p:cNvPicPr>
            <a:picLocks noChangeAspect="1"/>
          </p:cNvPicPr>
          <p:nvPr/>
        </p:nvPicPr>
        <p:blipFill>
          <a:blip r:embed="rId6"/>
          <a:stretch>
            <a:fillRect/>
          </a:stretch>
        </p:blipFill>
        <p:spPr>
          <a:xfrm>
            <a:off x="6437376" y="4745736"/>
            <a:ext cx="274320" cy="274320"/>
          </a:xfrm>
          <a:prstGeom prst="rect">
            <a:avLst/>
          </a:prstGeom>
        </p:spPr>
      </p:pic>
      <p:sp>
        <p:nvSpPr>
          <p:cNvPr id="23" name="Text 17"/>
          <p:cNvSpPr/>
          <p:nvPr/>
        </p:nvSpPr>
        <p:spPr>
          <a:xfrm>
            <a:off x="7040880" y="4617720"/>
            <a:ext cx="3977640" cy="365760"/>
          </a:xfrm>
          <a:prstGeom prst="rect">
            <a:avLst/>
          </a:prstGeom>
          <a:noFill/>
          <a:ln/>
        </p:spPr>
        <p:txBody>
          <a:bodyPr wrap="square" lIns="0" tIns="0" rIns="0" bIns="0" rtlCol="0" anchor="ctr"/>
          <a:lstStyle/>
          <a:p>
            <a:pPr marL="0" indent="0">
              <a:buNone/>
            </a:pPr>
            <a:r>
              <a:rPr lang="en-US" sz="1500" b="1" dirty="0">
                <a:solidFill>
                  <a:srgbClr val="EAF0F7"/>
                </a:solidFill>
                <a:latin typeface="Times New Roman" panose="02020603050405020304" pitchFamily="18" charset="0"/>
                <a:ea typeface="Calibri" pitchFamily="34" charset="-122"/>
                <a:cs typeface="Times New Roman" panose="02020603050405020304" pitchFamily="18" charset="0"/>
              </a:rPr>
              <a:t>Need for Automation</a:t>
            </a:r>
            <a:endParaRPr lang="en-US" sz="1500" dirty="0">
              <a:latin typeface="Times New Roman" panose="02020603050405020304" pitchFamily="18" charset="0"/>
              <a:cs typeface="Times New Roman" panose="02020603050405020304" pitchFamily="18" charset="0"/>
            </a:endParaRPr>
          </a:p>
        </p:txBody>
      </p:sp>
      <p:sp>
        <p:nvSpPr>
          <p:cNvPr id="24" name="Text 18"/>
          <p:cNvSpPr/>
          <p:nvPr/>
        </p:nvSpPr>
        <p:spPr>
          <a:xfrm>
            <a:off x="6291072" y="5303520"/>
            <a:ext cx="4700016" cy="960120"/>
          </a:xfrm>
          <a:prstGeom prst="rect">
            <a:avLst/>
          </a:prstGeom>
          <a:noFill/>
          <a:ln/>
        </p:spPr>
        <p:txBody>
          <a:bodyPr wrap="square" lIns="0" tIns="0" rIns="0" bIns="0" rtlCol="0" anchor="ctr"/>
          <a:lstStyle/>
          <a:p>
            <a:pPr>
              <a:lnSpc>
                <a:spcPct val="125000"/>
              </a:lnSpc>
            </a:pPr>
            <a:r>
              <a:rPr lang="en-IN" sz="1400" dirty="0">
                <a:solidFill>
                  <a:schemeClr val="bg1"/>
                </a:solidFill>
                <a:latin typeface="Times New Roman" panose="02020603050405020304" pitchFamily="18" charset="0"/>
                <a:cs typeface="Times New Roman" panose="02020603050405020304" pitchFamily="18" charset="0"/>
              </a:rPr>
              <a:t>An efficient automated system is required to detect, count, compare, and rank recurring error patterns using suitable DSA techniques.</a:t>
            </a:r>
            <a:endParaRPr lang="en-US" sz="1400" dirty="0">
              <a:solidFill>
                <a:schemeClr val="bg1"/>
              </a:solidFill>
              <a:latin typeface="Times New Roman" panose="02020603050405020304" pitchFamily="18" charset="0"/>
              <a:cs typeface="Times New Roman" panose="02020603050405020304" pitchFamily="18" charset="0"/>
            </a:endParaRPr>
          </a:p>
        </p:txBody>
      </p:sp>
      <p:sp>
        <p:nvSpPr>
          <p:cNvPr id="26" name="Text 20"/>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8A96B2"/>
                </a:solidFill>
                <a:latin typeface="Times New Roman" panose="02020603050405020304" pitchFamily="18" charset="0"/>
                <a:ea typeface="Calibri" pitchFamily="34" charset="-122"/>
                <a:cs typeface="Times New Roman" panose="02020603050405020304" pitchFamily="18" charset="0"/>
              </a:rPr>
              <a:t>3</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A"/>
        </a:solidFill>
        <a:effectLst/>
      </p:bgPr>
    </p:bg>
    <p:spTree>
      <p:nvGrpSpPr>
        <p:cNvPr id="1" name=""/>
        <p:cNvGrpSpPr/>
        <p:nvPr/>
      </p:nvGrpSpPr>
      <p:grpSpPr>
        <a:xfrm>
          <a:off x="0" y="0"/>
          <a:ext cx="0" cy="0"/>
          <a:chOff x="0" y="0"/>
          <a:chExt cx="0" cy="0"/>
        </a:xfrm>
      </p:grpSpPr>
      <p:sp>
        <p:nvSpPr>
          <p:cNvPr id="3" name="Text 1"/>
          <p:cNvSpPr/>
          <p:nvPr/>
        </p:nvSpPr>
        <p:spPr>
          <a:xfrm>
            <a:off x="457200" y="658368"/>
            <a:ext cx="7315200" cy="548640"/>
          </a:xfrm>
          <a:prstGeom prst="rect">
            <a:avLst/>
          </a:prstGeom>
          <a:noFill/>
          <a:ln/>
        </p:spPr>
        <p:txBody>
          <a:bodyPr wrap="square" lIns="0" tIns="0" rIns="0" bIns="0" rtlCol="0" anchor="ctr"/>
          <a:lstStyle/>
          <a:p>
            <a:pPr marL="0" indent="0">
              <a:buNone/>
            </a:pPr>
            <a:r>
              <a:rPr lang="en-US" sz="3000" b="1" dirty="0">
                <a:solidFill>
                  <a:srgbClr val="EAF0F7"/>
                </a:solidFill>
                <a:latin typeface="Cambria" pitchFamily="34" charset="0"/>
                <a:ea typeface="Cambria" pitchFamily="34" charset="-122"/>
                <a:cs typeface="Cambria" pitchFamily="34" charset="-120"/>
              </a:rPr>
              <a:t>Proposed System</a:t>
            </a:r>
            <a:endParaRPr lang="en-US" sz="3000" dirty="0"/>
          </a:p>
        </p:txBody>
      </p:sp>
      <p:sp>
        <p:nvSpPr>
          <p:cNvPr id="4" name="Shape 2"/>
          <p:cNvSpPr/>
          <p:nvPr/>
        </p:nvSpPr>
        <p:spPr>
          <a:xfrm>
            <a:off x="470002" y="2057400"/>
            <a:ext cx="1298448" cy="1508760"/>
          </a:xfrm>
          <a:prstGeom prst="roundRect">
            <a:avLst>
              <a:gd name="adj" fmla="val 6338"/>
            </a:avLst>
          </a:prstGeom>
          <a:solidFill>
            <a:srgbClr val="121B2E"/>
          </a:solidFill>
          <a:ln w="9525">
            <a:solidFill>
              <a:srgbClr val="24304A"/>
            </a:solidFill>
            <a:prstDash val="solid"/>
          </a:ln>
        </p:spPr>
      </p:sp>
      <p:sp>
        <p:nvSpPr>
          <p:cNvPr id="5" name="Shape 3"/>
          <p:cNvSpPr/>
          <p:nvPr/>
        </p:nvSpPr>
        <p:spPr>
          <a:xfrm>
            <a:off x="890626" y="2240280"/>
            <a:ext cx="457200" cy="457200"/>
          </a:xfrm>
          <a:prstGeom prst="ellipse">
            <a:avLst/>
          </a:prstGeom>
          <a:solidFill>
            <a:srgbClr val="16223A"/>
          </a:solidFill>
          <a:ln/>
        </p:spPr>
      </p:sp>
      <p:pic>
        <p:nvPicPr>
          <p:cNvPr id="6" name="Image 0" descr="/home/claude/logproj/icons/fileText.png"/>
          <p:cNvPicPr>
            <a:picLocks noChangeAspect="1"/>
          </p:cNvPicPr>
          <p:nvPr/>
        </p:nvPicPr>
        <p:blipFill>
          <a:blip r:embed="rId3"/>
          <a:stretch>
            <a:fillRect/>
          </a:stretch>
        </p:blipFill>
        <p:spPr>
          <a:xfrm>
            <a:off x="1009498" y="2359152"/>
            <a:ext cx="219456" cy="219456"/>
          </a:xfrm>
          <a:prstGeom prst="rect">
            <a:avLst/>
          </a:prstGeom>
        </p:spPr>
      </p:pic>
      <p:sp>
        <p:nvSpPr>
          <p:cNvPr id="7" name="Text 4"/>
          <p:cNvSpPr/>
          <p:nvPr/>
        </p:nvSpPr>
        <p:spPr>
          <a:xfrm>
            <a:off x="515722" y="2807208"/>
            <a:ext cx="1207008" cy="658368"/>
          </a:xfrm>
          <a:prstGeom prst="rect">
            <a:avLst/>
          </a:prstGeom>
          <a:noFill/>
          <a:ln/>
        </p:spPr>
        <p:txBody>
          <a:bodyPr wrap="square" lIns="0" tIns="0" rIns="0" bIns="0" rtlCol="0" anchor="t"/>
          <a:lstStyle/>
          <a:p>
            <a:pPr marL="0" indent="0" algn="ctr">
              <a:lnSpc>
                <a:spcPct val="105000"/>
              </a:lnSpc>
              <a:buNone/>
            </a:pPr>
            <a:r>
              <a:rPr lang="en-US" sz="1000" dirty="0">
                <a:solidFill>
                  <a:srgbClr val="EAF0F7"/>
                </a:solidFill>
                <a:latin typeface="Calibri" pitchFamily="34" charset="0"/>
                <a:ea typeface="Calibri" pitchFamily="34" charset="-122"/>
                <a:cs typeface="Calibri" pitchFamily="34" charset="-120"/>
              </a:rPr>
              <a:t>Log File</a:t>
            </a:r>
            <a:endParaRPr lang="en-US" sz="1000" dirty="0"/>
          </a:p>
        </p:txBody>
      </p:sp>
      <p:sp>
        <p:nvSpPr>
          <p:cNvPr id="8" name="Text 5"/>
          <p:cNvSpPr/>
          <p:nvPr/>
        </p:nvSpPr>
        <p:spPr>
          <a:xfrm>
            <a:off x="1759306" y="2610612"/>
            <a:ext cx="141732" cy="402336"/>
          </a:xfrm>
          <a:prstGeom prst="rect">
            <a:avLst/>
          </a:prstGeom>
          <a:noFill/>
          <a:ln/>
        </p:spPr>
        <p:txBody>
          <a:bodyPr wrap="square" lIns="0" tIns="0" rIns="0" bIns="0" rtlCol="0" anchor="ctr"/>
          <a:lstStyle/>
          <a:p>
            <a:pPr marL="0" indent="0" algn="ctr">
              <a:buNone/>
            </a:pPr>
            <a:r>
              <a:rPr lang="en-US" sz="1300" dirty="0">
                <a:solidFill>
                  <a:srgbClr val="2DD4BF"/>
                </a:solidFill>
                <a:latin typeface="Calibri" pitchFamily="34" charset="0"/>
                <a:ea typeface="Calibri" pitchFamily="34" charset="-122"/>
                <a:cs typeface="Calibri" pitchFamily="34" charset="-120"/>
              </a:rPr>
              <a:t>→</a:t>
            </a:r>
            <a:endParaRPr lang="en-US" sz="1300" dirty="0"/>
          </a:p>
        </p:txBody>
      </p:sp>
      <p:sp>
        <p:nvSpPr>
          <p:cNvPr id="9" name="Shape 6"/>
          <p:cNvSpPr/>
          <p:nvPr/>
        </p:nvSpPr>
        <p:spPr>
          <a:xfrm>
            <a:off x="1891894" y="2057400"/>
            <a:ext cx="1298448" cy="1508760"/>
          </a:xfrm>
          <a:prstGeom prst="roundRect">
            <a:avLst>
              <a:gd name="adj" fmla="val 6338"/>
            </a:avLst>
          </a:prstGeom>
          <a:solidFill>
            <a:srgbClr val="121B2E"/>
          </a:solidFill>
          <a:ln w="9525">
            <a:solidFill>
              <a:srgbClr val="24304A"/>
            </a:solidFill>
            <a:prstDash val="solid"/>
          </a:ln>
        </p:spPr>
      </p:sp>
      <p:sp>
        <p:nvSpPr>
          <p:cNvPr id="10" name="Shape 7"/>
          <p:cNvSpPr/>
          <p:nvPr/>
        </p:nvSpPr>
        <p:spPr>
          <a:xfrm>
            <a:off x="2312518" y="2240280"/>
            <a:ext cx="457200" cy="457200"/>
          </a:xfrm>
          <a:prstGeom prst="ellipse">
            <a:avLst/>
          </a:prstGeom>
          <a:solidFill>
            <a:srgbClr val="16223A"/>
          </a:solidFill>
          <a:ln/>
        </p:spPr>
      </p:sp>
      <p:pic>
        <p:nvPicPr>
          <p:cNvPr id="11" name="Image 1" descr="/home/claude/logproj/icons/code.png"/>
          <p:cNvPicPr>
            <a:picLocks noChangeAspect="1"/>
          </p:cNvPicPr>
          <p:nvPr/>
        </p:nvPicPr>
        <p:blipFill>
          <a:blip r:embed="rId4"/>
          <a:stretch>
            <a:fillRect/>
          </a:stretch>
        </p:blipFill>
        <p:spPr>
          <a:xfrm>
            <a:off x="2431390" y="2359152"/>
            <a:ext cx="219456" cy="219456"/>
          </a:xfrm>
          <a:prstGeom prst="rect">
            <a:avLst/>
          </a:prstGeom>
        </p:spPr>
      </p:pic>
      <p:sp>
        <p:nvSpPr>
          <p:cNvPr id="12" name="Text 8"/>
          <p:cNvSpPr/>
          <p:nvPr/>
        </p:nvSpPr>
        <p:spPr>
          <a:xfrm>
            <a:off x="1937614" y="2807208"/>
            <a:ext cx="1207008" cy="658368"/>
          </a:xfrm>
          <a:prstGeom prst="rect">
            <a:avLst/>
          </a:prstGeom>
          <a:noFill/>
          <a:ln/>
        </p:spPr>
        <p:txBody>
          <a:bodyPr wrap="square" lIns="0" tIns="0" rIns="0" bIns="0" rtlCol="0" anchor="t"/>
          <a:lstStyle/>
          <a:p>
            <a:pPr marL="0" indent="0" algn="ctr">
              <a:lnSpc>
                <a:spcPct val="105000"/>
              </a:lnSpc>
              <a:buNone/>
            </a:pPr>
            <a:r>
              <a:rPr lang="en-US" sz="1000" dirty="0">
                <a:solidFill>
                  <a:srgbClr val="EAF0F7"/>
                </a:solidFill>
                <a:latin typeface="Calibri" pitchFamily="34" charset="0"/>
                <a:ea typeface="Calibri" pitchFamily="34" charset="-122"/>
                <a:cs typeface="Calibri" pitchFamily="34" charset="-120"/>
              </a:rPr>
              <a:t>Reading &amp;</a:t>
            </a:r>
            <a:endParaRPr lang="en-US" sz="1000" dirty="0"/>
          </a:p>
          <a:p>
            <a:pPr marL="0" indent="0" algn="ctr">
              <a:lnSpc>
                <a:spcPct val="105000"/>
              </a:lnSpc>
              <a:buNone/>
            </a:pPr>
            <a:r>
              <a:rPr lang="en-US" sz="1000" dirty="0">
                <a:solidFill>
                  <a:srgbClr val="EAF0F7"/>
                </a:solidFill>
                <a:latin typeface="Calibri" pitchFamily="34" charset="0"/>
                <a:ea typeface="Calibri" pitchFamily="34" charset="-122"/>
                <a:cs typeface="Calibri" pitchFamily="34" charset="-120"/>
              </a:rPr>
              <a:t>Parsing</a:t>
            </a:r>
            <a:endParaRPr lang="en-US" sz="1000" dirty="0"/>
          </a:p>
        </p:txBody>
      </p:sp>
      <p:sp>
        <p:nvSpPr>
          <p:cNvPr id="13" name="Text 9"/>
          <p:cNvSpPr/>
          <p:nvPr/>
        </p:nvSpPr>
        <p:spPr>
          <a:xfrm>
            <a:off x="3181198" y="2610612"/>
            <a:ext cx="141732" cy="402336"/>
          </a:xfrm>
          <a:prstGeom prst="rect">
            <a:avLst/>
          </a:prstGeom>
          <a:noFill/>
          <a:ln/>
        </p:spPr>
        <p:txBody>
          <a:bodyPr wrap="square" lIns="0" tIns="0" rIns="0" bIns="0" rtlCol="0" anchor="ctr"/>
          <a:lstStyle/>
          <a:p>
            <a:pPr marL="0" indent="0" algn="ctr">
              <a:buNone/>
            </a:pPr>
            <a:r>
              <a:rPr lang="en-US" sz="1300" dirty="0">
                <a:solidFill>
                  <a:srgbClr val="2DD4BF"/>
                </a:solidFill>
                <a:latin typeface="Calibri" pitchFamily="34" charset="0"/>
                <a:ea typeface="Calibri" pitchFamily="34" charset="-122"/>
                <a:cs typeface="Calibri" pitchFamily="34" charset="-120"/>
              </a:rPr>
              <a:t>→</a:t>
            </a:r>
            <a:endParaRPr lang="en-US" sz="1300" dirty="0"/>
          </a:p>
        </p:txBody>
      </p:sp>
      <p:sp>
        <p:nvSpPr>
          <p:cNvPr id="14" name="Shape 10"/>
          <p:cNvSpPr/>
          <p:nvPr/>
        </p:nvSpPr>
        <p:spPr>
          <a:xfrm>
            <a:off x="3313786" y="2057400"/>
            <a:ext cx="1298448" cy="1508760"/>
          </a:xfrm>
          <a:prstGeom prst="roundRect">
            <a:avLst>
              <a:gd name="adj" fmla="val 6338"/>
            </a:avLst>
          </a:prstGeom>
          <a:solidFill>
            <a:srgbClr val="121B2E"/>
          </a:solidFill>
          <a:ln w="9525">
            <a:solidFill>
              <a:srgbClr val="24304A"/>
            </a:solidFill>
            <a:prstDash val="solid"/>
          </a:ln>
        </p:spPr>
      </p:sp>
      <p:sp>
        <p:nvSpPr>
          <p:cNvPr id="15" name="Shape 11"/>
          <p:cNvSpPr/>
          <p:nvPr/>
        </p:nvSpPr>
        <p:spPr>
          <a:xfrm>
            <a:off x="3734410" y="2240280"/>
            <a:ext cx="457200" cy="457200"/>
          </a:xfrm>
          <a:prstGeom prst="ellipse">
            <a:avLst/>
          </a:prstGeom>
          <a:solidFill>
            <a:srgbClr val="16223A"/>
          </a:solidFill>
          <a:ln/>
        </p:spPr>
      </p:sp>
      <p:pic>
        <p:nvPicPr>
          <p:cNvPr id="16" name="Image 2" descr="/home/claude/logproj/icons/alert.png"/>
          <p:cNvPicPr>
            <a:picLocks noChangeAspect="1"/>
          </p:cNvPicPr>
          <p:nvPr/>
        </p:nvPicPr>
        <p:blipFill>
          <a:blip r:embed="rId5"/>
          <a:stretch>
            <a:fillRect/>
          </a:stretch>
        </p:blipFill>
        <p:spPr>
          <a:xfrm>
            <a:off x="3853282" y="2359152"/>
            <a:ext cx="219456" cy="219456"/>
          </a:xfrm>
          <a:prstGeom prst="rect">
            <a:avLst/>
          </a:prstGeom>
        </p:spPr>
      </p:pic>
      <p:sp>
        <p:nvSpPr>
          <p:cNvPr id="17" name="Text 12"/>
          <p:cNvSpPr/>
          <p:nvPr/>
        </p:nvSpPr>
        <p:spPr>
          <a:xfrm>
            <a:off x="3359506" y="2807208"/>
            <a:ext cx="1207008" cy="658368"/>
          </a:xfrm>
          <a:prstGeom prst="rect">
            <a:avLst/>
          </a:prstGeom>
          <a:noFill/>
          <a:ln/>
        </p:spPr>
        <p:txBody>
          <a:bodyPr wrap="square" lIns="0" tIns="0" rIns="0" bIns="0" rtlCol="0" anchor="t"/>
          <a:lstStyle/>
          <a:p>
            <a:pPr marL="0" indent="0" algn="ctr">
              <a:lnSpc>
                <a:spcPct val="105000"/>
              </a:lnSpc>
              <a:buNone/>
            </a:pPr>
            <a:r>
              <a:rPr lang="en-US" sz="1000" dirty="0">
                <a:solidFill>
                  <a:srgbClr val="EAF0F7"/>
                </a:solidFill>
                <a:latin typeface="Calibri" pitchFamily="34" charset="0"/>
                <a:ea typeface="Calibri" pitchFamily="34" charset="-122"/>
                <a:cs typeface="Calibri" pitchFamily="34" charset="-120"/>
              </a:rPr>
              <a:t>Error</a:t>
            </a:r>
            <a:endParaRPr lang="en-US" sz="1000" dirty="0"/>
          </a:p>
          <a:p>
            <a:pPr marL="0" indent="0" algn="ctr">
              <a:lnSpc>
                <a:spcPct val="105000"/>
              </a:lnSpc>
              <a:buNone/>
            </a:pPr>
            <a:r>
              <a:rPr lang="en-US" sz="1000" dirty="0">
                <a:solidFill>
                  <a:srgbClr val="EAF0F7"/>
                </a:solidFill>
                <a:latin typeface="Calibri" pitchFamily="34" charset="0"/>
                <a:ea typeface="Calibri" pitchFamily="34" charset="-122"/>
                <a:cs typeface="Calibri" pitchFamily="34" charset="-120"/>
              </a:rPr>
              <a:t>Extraction</a:t>
            </a:r>
            <a:endParaRPr lang="en-US" sz="1000" dirty="0"/>
          </a:p>
        </p:txBody>
      </p:sp>
      <p:sp>
        <p:nvSpPr>
          <p:cNvPr id="18" name="Text 13"/>
          <p:cNvSpPr/>
          <p:nvPr/>
        </p:nvSpPr>
        <p:spPr>
          <a:xfrm>
            <a:off x="4603090" y="2610612"/>
            <a:ext cx="141732" cy="402336"/>
          </a:xfrm>
          <a:prstGeom prst="rect">
            <a:avLst/>
          </a:prstGeom>
          <a:noFill/>
          <a:ln/>
        </p:spPr>
        <p:txBody>
          <a:bodyPr wrap="square" lIns="0" tIns="0" rIns="0" bIns="0" rtlCol="0" anchor="ctr"/>
          <a:lstStyle/>
          <a:p>
            <a:pPr marL="0" indent="0" algn="ctr">
              <a:buNone/>
            </a:pPr>
            <a:r>
              <a:rPr lang="en-US" sz="1300" dirty="0">
                <a:solidFill>
                  <a:srgbClr val="2DD4BF"/>
                </a:solidFill>
                <a:latin typeface="Calibri" pitchFamily="34" charset="0"/>
                <a:ea typeface="Calibri" pitchFamily="34" charset="-122"/>
                <a:cs typeface="Calibri" pitchFamily="34" charset="-120"/>
              </a:rPr>
              <a:t>→</a:t>
            </a:r>
            <a:endParaRPr lang="en-US" sz="1300" dirty="0"/>
          </a:p>
        </p:txBody>
      </p:sp>
      <p:sp>
        <p:nvSpPr>
          <p:cNvPr id="19" name="Shape 14"/>
          <p:cNvSpPr/>
          <p:nvPr/>
        </p:nvSpPr>
        <p:spPr>
          <a:xfrm>
            <a:off x="4735678" y="2057400"/>
            <a:ext cx="1298448" cy="1508760"/>
          </a:xfrm>
          <a:prstGeom prst="roundRect">
            <a:avLst>
              <a:gd name="adj" fmla="val 6338"/>
            </a:avLst>
          </a:prstGeom>
          <a:solidFill>
            <a:srgbClr val="121B2E"/>
          </a:solidFill>
          <a:ln w="9525">
            <a:solidFill>
              <a:srgbClr val="24304A"/>
            </a:solidFill>
            <a:prstDash val="solid"/>
          </a:ln>
        </p:spPr>
      </p:sp>
      <p:sp>
        <p:nvSpPr>
          <p:cNvPr id="20" name="Shape 15"/>
          <p:cNvSpPr/>
          <p:nvPr/>
        </p:nvSpPr>
        <p:spPr>
          <a:xfrm>
            <a:off x="5156302" y="2240280"/>
            <a:ext cx="457200" cy="457200"/>
          </a:xfrm>
          <a:prstGeom prst="ellipse">
            <a:avLst/>
          </a:prstGeom>
          <a:solidFill>
            <a:srgbClr val="16223A"/>
          </a:solidFill>
          <a:ln/>
        </p:spPr>
      </p:sp>
      <p:pic>
        <p:nvPicPr>
          <p:cNvPr id="21" name="Image 3" descr="/home/claude/logproj/icons/barChart.png"/>
          <p:cNvPicPr>
            <a:picLocks noChangeAspect="1"/>
          </p:cNvPicPr>
          <p:nvPr/>
        </p:nvPicPr>
        <p:blipFill>
          <a:blip r:embed="rId6"/>
          <a:stretch>
            <a:fillRect/>
          </a:stretch>
        </p:blipFill>
        <p:spPr>
          <a:xfrm>
            <a:off x="5275174" y="2359152"/>
            <a:ext cx="219456" cy="219456"/>
          </a:xfrm>
          <a:prstGeom prst="rect">
            <a:avLst/>
          </a:prstGeom>
        </p:spPr>
      </p:pic>
      <p:sp>
        <p:nvSpPr>
          <p:cNvPr id="22" name="Text 16"/>
          <p:cNvSpPr/>
          <p:nvPr/>
        </p:nvSpPr>
        <p:spPr>
          <a:xfrm>
            <a:off x="4781398" y="2807208"/>
            <a:ext cx="1207008" cy="658368"/>
          </a:xfrm>
          <a:prstGeom prst="rect">
            <a:avLst/>
          </a:prstGeom>
          <a:noFill/>
          <a:ln/>
        </p:spPr>
        <p:txBody>
          <a:bodyPr wrap="square" lIns="0" tIns="0" rIns="0" bIns="0" rtlCol="0" anchor="t"/>
          <a:lstStyle/>
          <a:p>
            <a:pPr marL="0" indent="0" algn="ctr">
              <a:lnSpc>
                <a:spcPct val="105000"/>
              </a:lnSpc>
              <a:buNone/>
            </a:pPr>
            <a:r>
              <a:rPr lang="en-US" sz="1000" dirty="0">
                <a:solidFill>
                  <a:srgbClr val="EAF0F7"/>
                </a:solidFill>
                <a:latin typeface="Calibri" pitchFamily="34" charset="0"/>
                <a:ea typeface="Calibri" pitchFamily="34" charset="-122"/>
                <a:cs typeface="Calibri" pitchFamily="34" charset="-120"/>
              </a:rPr>
              <a:t>Frequency</a:t>
            </a:r>
            <a:endParaRPr lang="en-US" sz="1000" dirty="0"/>
          </a:p>
          <a:p>
            <a:pPr marL="0" indent="0" algn="ctr">
              <a:lnSpc>
                <a:spcPct val="105000"/>
              </a:lnSpc>
              <a:buNone/>
            </a:pPr>
            <a:r>
              <a:rPr lang="en-US" sz="1000" dirty="0">
                <a:solidFill>
                  <a:srgbClr val="EAF0F7"/>
                </a:solidFill>
                <a:latin typeface="Calibri" pitchFamily="34" charset="0"/>
                <a:ea typeface="Calibri" pitchFamily="34" charset="-122"/>
                <a:cs typeface="Calibri" pitchFamily="34" charset="-120"/>
              </a:rPr>
              <a:t>Analysis</a:t>
            </a:r>
            <a:endParaRPr lang="en-US" sz="1000" dirty="0"/>
          </a:p>
        </p:txBody>
      </p:sp>
      <p:sp>
        <p:nvSpPr>
          <p:cNvPr id="23" name="Text 17"/>
          <p:cNvSpPr/>
          <p:nvPr/>
        </p:nvSpPr>
        <p:spPr>
          <a:xfrm>
            <a:off x="6024982" y="2610612"/>
            <a:ext cx="141732" cy="402336"/>
          </a:xfrm>
          <a:prstGeom prst="rect">
            <a:avLst/>
          </a:prstGeom>
          <a:noFill/>
          <a:ln/>
        </p:spPr>
        <p:txBody>
          <a:bodyPr wrap="square" lIns="0" tIns="0" rIns="0" bIns="0" rtlCol="0" anchor="ctr"/>
          <a:lstStyle/>
          <a:p>
            <a:pPr marL="0" indent="0" algn="ctr">
              <a:buNone/>
            </a:pPr>
            <a:r>
              <a:rPr lang="en-US" sz="1300" dirty="0">
                <a:solidFill>
                  <a:srgbClr val="2DD4BF"/>
                </a:solidFill>
                <a:latin typeface="Calibri" pitchFamily="34" charset="0"/>
                <a:ea typeface="Calibri" pitchFamily="34" charset="-122"/>
                <a:cs typeface="Calibri" pitchFamily="34" charset="-120"/>
              </a:rPr>
              <a:t>→</a:t>
            </a:r>
            <a:endParaRPr lang="en-US" sz="1300" dirty="0"/>
          </a:p>
        </p:txBody>
      </p:sp>
      <p:sp>
        <p:nvSpPr>
          <p:cNvPr id="24" name="Shape 18"/>
          <p:cNvSpPr/>
          <p:nvPr/>
        </p:nvSpPr>
        <p:spPr>
          <a:xfrm>
            <a:off x="6157570" y="2057400"/>
            <a:ext cx="1298448" cy="1508760"/>
          </a:xfrm>
          <a:prstGeom prst="roundRect">
            <a:avLst>
              <a:gd name="adj" fmla="val 6338"/>
            </a:avLst>
          </a:prstGeom>
          <a:solidFill>
            <a:srgbClr val="121B2E"/>
          </a:solidFill>
          <a:ln w="9525">
            <a:solidFill>
              <a:srgbClr val="24304A"/>
            </a:solidFill>
            <a:prstDash val="solid"/>
          </a:ln>
        </p:spPr>
      </p:sp>
      <p:sp>
        <p:nvSpPr>
          <p:cNvPr id="25" name="Shape 19"/>
          <p:cNvSpPr/>
          <p:nvPr/>
        </p:nvSpPr>
        <p:spPr>
          <a:xfrm>
            <a:off x="6578194" y="2240280"/>
            <a:ext cx="457200" cy="457200"/>
          </a:xfrm>
          <a:prstGeom prst="ellipse">
            <a:avLst/>
          </a:prstGeom>
          <a:solidFill>
            <a:srgbClr val="16223A"/>
          </a:solidFill>
          <a:ln/>
        </p:spPr>
      </p:sp>
      <p:pic>
        <p:nvPicPr>
          <p:cNvPr id="26" name="Image 4" descr="/home/claude/logproj/icons/search.png"/>
          <p:cNvPicPr>
            <a:picLocks noChangeAspect="1"/>
          </p:cNvPicPr>
          <p:nvPr/>
        </p:nvPicPr>
        <p:blipFill>
          <a:blip r:embed="rId7"/>
          <a:stretch>
            <a:fillRect/>
          </a:stretch>
        </p:blipFill>
        <p:spPr>
          <a:xfrm>
            <a:off x="6697066" y="2359152"/>
            <a:ext cx="219456" cy="219456"/>
          </a:xfrm>
          <a:prstGeom prst="rect">
            <a:avLst/>
          </a:prstGeom>
        </p:spPr>
      </p:pic>
      <p:sp>
        <p:nvSpPr>
          <p:cNvPr id="27" name="Text 20"/>
          <p:cNvSpPr/>
          <p:nvPr/>
        </p:nvSpPr>
        <p:spPr>
          <a:xfrm>
            <a:off x="6203290" y="2807208"/>
            <a:ext cx="1207008" cy="658368"/>
          </a:xfrm>
          <a:prstGeom prst="rect">
            <a:avLst/>
          </a:prstGeom>
          <a:noFill/>
          <a:ln/>
        </p:spPr>
        <p:txBody>
          <a:bodyPr wrap="square" lIns="0" tIns="0" rIns="0" bIns="0" rtlCol="0" anchor="t"/>
          <a:lstStyle/>
          <a:p>
            <a:pPr marL="0" indent="0" algn="ctr">
              <a:lnSpc>
                <a:spcPct val="105000"/>
              </a:lnSpc>
              <a:buNone/>
            </a:pPr>
            <a:r>
              <a:rPr lang="en-US" sz="1000" dirty="0">
                <a:solidFill>
                  <a:srgbClr val="EAF0F7"/>
                </a:solidFill>
                <a:latin typeface="Calibri" pitchFamily="34" charset="0"/>
                <a:ea typeface="Calibri" pitchFamily="34" charset="-122"/>
                <a:cs typeface="Calibri" pitchFamily="34" charset="-120"/>
              </a:rPr>
              <a:t>Pattern</a:t>
            </a:r>
            <a:endParaRPr lang="en-US" sz="1000" dirty="0"/>
          </a:p>
          <a:p>
            <a:pPr marL="0" indent="0" algn="ctr">
              <a:lnSpc>
                <a:spcPct val="105000"/>
              </a:lnSpc>
              <a:buNone/>
            </a:pPr>
            <a:r>
              <a:rPr lang="en-US" sz="1000" dirty="0">
                <a:solidFill>
                  <a:srgbClr val="EAF0F7"/>
                </a:solidFill>
                <a:latin typeface="Calibri" pitchFamily="34" charset="0"/>
                <a:ea typeface="Calibri" pitchFamily="34" charset="-122"/>
                <a:cs typeface="Calibri" pitchFamily="34" charset="-120"/>
              </a:rPr>
              <a:t>Searching</a:t>
            </a:r>
            <a:endParaRPr lang="en-US" sz="1000" dirty="0"/>
          </a:p>
        </p:txBody>
      </p:sp>
      <p:sp>
        <p:nvSpPr>
          <p:cNvPr id="28" name="Text 21"/>
          <p:cNvSpPr/>
          <p:nvPr/>
        </p:nvSpPr>
        <p:spPr>
          <a:xfrm>
            <a:off x="7446874" y="2610612"/>
            <a:ext cx="141732" cy="402336"/>
          </a:xfrm>
          <a:prstGeom prst="rect">
            <a:avLst/>
          </a:prstGeom>
          <a:noFill/>
          <a:ln/>
        </p:spPr>
        <p:txBody>
          <a:bodyPr wrap="square" lIns="0" tIns="0" rIns="0" bIns="0" rtlCol="0" anchor="ctr"/>
          <a:lstStyle/>
          <a:p>
            <a:pPr marL="0" indent="0" algn="ctr">
              <a:buNone/>
            </a:pPr>
            <a:r>
              <a:rPr lang="en-US" sz="1300" dirty="0">
                <a:solidFill>
                  <a:srgbClr val="2DD4BF"/>
                </a:solidFill>
                <a:latin typeface="Calibri" pitchFamily="34" charset="0"/>
                <a:ea typeface="Calibri" pitchFamily="34" charset="-122"/>
                <a:cs typeface="Calibri" pitchFamily="34" charset="-120"/>
              </a:rPr>
              <a:t>→</a:t>
            </a:r>
            <a:endParaRPr lang="en-US" sz="1300" dirty="0"/>
          </a:p>
        </p:txBody>
      </p:sp>
      <p:sp>
        <p:nvSpPr>
          <p:cNvPr id="29" name="Shape 22"/>
          <p:cNvSpPr/>
          <p:nvPr/>
        </p:nvSpPr>
        <p:spPr>
          <a:xfrm>
            <a:off x="7579462" y="2057400"/>
            <a:ext cx="1298448" cy="1508760"/>
          </a:xfrm>
          <a:prstGeom prst="roundRect">
            <a:avLst>
              <a:gd name="adj" fmla="val 6338"/>
            </a:avLst>
          </a:prstGeom>
          <a:solidFill>
            <a:srgbClr val="121B2E"/>
          </a:solidFill>
          <a:ln w="9525">
            <a:solidFill>
              <a:srgbClr val="24304A"/>
            </a:solidFill>
            <a:prstDash val="solid"/>
          </a:ln>
        </p:spPr>
      </p:sp>
      <p:sp>
        <p:nvSpPr>
          <p:cNvPr id="30" name="Shape 23"/>
          <p:cNvSpPr/>
          <p:nvPr/>
        </p:nvSpPr>
        <p:spPr>
          <a:xfrm>
            <a:off x="8000086" y="2240280"/>
            <a:ext cx="457200" cy="457200"/>
          </a:xfrm>
          <a:prstGeom prst="ellipse">
            <a:avLst/>
          </a:prstGeom>
          <a:solidFill>
            <a:srgbClr val="16223A"/>
          </a:solidFill>
          <a:ln/>
        </p:spPr>
      </p:sp>
      <p:pic>
        <p:nvPicPr>
          <p:cNvPr id="31" name="Image 5" descr="/home/claude/logproj/icons/copy.png"/>
          <p:cNvPicPr>
            <a:picLocks noChangeAspect="1"/>
          </p:cNvPicPr>
          <p:nvPr/>
        </p:nvPicPr>
        <p:blipFill>
          <a:blip r:embed="rId8"/>
          <a:stretch>
            <a:fillRect/>
          </a:stretch>
        </p:blipFill>
        <p:spPr>
          <a:xfrm>
            <a:off x="8118958" y="2359152"/>
            <a:ext cx="219456" cy="219456"/>
          </a:xfrm>
          <a:prstGeom prst="rect">
            <a:avLst/>
          </a:prstGeom>
        </p:spPr>
      </p:pic>
      <p:sp>
        <p:nvSpPr>
          <p:cNvPr id="32" name="Text 24"/>
          <p:cNvSpPr/>
          <p:nvPr/>
        </p:nvSpPr>
        <p:spPr>
          <a:xfrm>
            <a:off x="7625182" y="2807208"/>
            <a:ext cx="1207008" cy="658368"/>
          </a:xfrm>
          <a:prstGeom prst="rect">
            <a:avLst/>
          </a:prstGeom>
          <a:noFill/>
          <a:ln/>
        </p:spPr>
        <p:txBody>
          <a:bodyPr wrap="square" lIns="0" tIns="0" rIns="0" bIns="0" rtlCol="0" anchor="t"/>
          <a:lstStyle/>
          <a:p>
            <a:pPr marL="0" indent="0" algn="ctr">
              <a:lnSpc>
                <a:spcPct val="105000"/>
              </a:lnSpc>
              <a:buNone/>
            </a:pPr>
            <a:r>
              <a:rPr lang="en-US" sz="1000" dirty="0">
                <a:solidFill>
                  <a:srgbClr val="EAF0F7"/>
                </a:solidFill>
                <a:latin typeface="Calibri" pitchFamily="34" charset="0"/>
                <a:ea typeface="Calibri" pitchFamily="34" charset="-122"/>
                <a:cs typeface="Calibri" pitchFamily="34" charset="-120"/>
              </a:rPr>
              <a:t>Similar Error</a:t>
            </a:r>
            <a:endParaRPr lang="en-US" sz="1000" dirty="0"/>
          </a:p>
          <a:p>
            <a:pPr marL="0" indent="0" algn="ctr">
              <a:lnSpc>
                <a:spcPct val="105000"/>
              </a:lnSpc>
              <a:buNone/>
            </a:pPr>
            <a:r>
              <a:rPr lang="en-US" sz="1000" dirty="0">
                <a:solidFill>
                  <a:srgbClr val="EAF0F7"/>
                </a:solidFill>
                <a:latin typeface="Calibri" pitchFamily="34" charset="0"/>
                <a:ea typeface="Calibri" pitchFamily="34" charset="-122"/>
                <a:cs typeface="Calibri" pitchFamily="34" charset="-120"/>
              </a:rPr>
              <a:t>Detection</a:t>
            </a:r>
            <a:endParaRPr lang="en-US" sz="1000" dirty="0"/>
          </a:p>
        </p:txBody>
      </p:sp>
      <p:sp>
        <p:nvSpPr>
          <p:cNvPr id="33" name="Text 25"/>
          <p:cNvSpPr/>
          <p:nvPr/>
        </p:nvSpPr>
        <p:spPr>
          <a:xfrm>
            <a:off x="8868766" y="2610612"/>
            <a:ext cx="141732" cy="402336"/>
          </a:xfrm>
          <a:prstGeom prst="rect">
            <a:avLst/>
          </a:prstGeom>
          <a:noFill/>
          <a:ln/>
        </p:spPr>
        <p:txBody>
          <a:bodyPr wrap="square" lIns="0" tIns="0" rIns="0" bIns="0" rtlCol="0" anchor="ctr"/>
          <a:lstStyle/>
          <a:p>
            <a:pPr marL="0" indent="0" algn="ctr">
              <a:buNone/>
            </a:pPr>
            <a:r>
              <a:rPr lang="en-US" sz="1300" dirty="0">
                <a:solidFill>
                  <a:srgbClr val="2DD4BF"/>
                </a:solidFill>
                <a:latin typeface="Calibri" pitchFamily="34" charset="0"/>
                <a:ea typeface="Calibri" pitchFamily="34" charset="-122"/>
                <a:cs typeface="Calibri" pitchFamily="34" charset="-120"/>
              </a:rPr>
              <a:t>→</a:t>
            </a:r>
            <a:endParaRPr lang="en-US" sz="1300" dirty="0"/>
          </a:p>
        </p:txBody>
      </p:sp>
      <p:sp>
        <p:nvSpPr>
          <p:cNvPr id="34" name="Shape 26"/>
          <p:cNvSpPr/>
          <p:nvPr/>
        </p:nvSpPr>
        <p:spPr>
          <a:xfrm>
            <a:off x="9001354" y="2057400"/>
            <a:ext cx="1298448" cy="1508760"/>
          </a:xfrm>
          <a:prstGeom prst="roundRect">
            <a:avLst>
              <a:gd name="adj" fmla="val 6338"/>
            </a:avLst>
          </a:prstGeom>
          <a:solidFill>
            <a:srgbClr val="121B2E"/>
          </a:solidFill>
          <a:ln w="9525">
            <a:solidFill>
              <a:srgbClr val="24304A"/>
            </a:solidFill>
            <a:prstDash val="solid"/>
          </a:ln>
        </p:spPr>
      </p:sp>
      <p:sp>
        <p:nvSpPr>
          <p:cNvPr id="35" name="Shape 27"/>
          <p:cNvSpPr/>
          <p:nvPr/>
        </p:nvSpPr>
        <p:spPr>
          <a:xfrm>
            <a:off x="9421978" y="2240280"/>
            <a:ext cx="457200" cy="457200"/>
          </a:xfrm>
          <a:prstGeom prst="ellipse">
            <a:avLst/>
          </a:prstGeom>
          <a:solidFill>
            <a:srgbClr val="16223A"/>
          </a:solidFill>
          <a:ln/>
        </p:spPr>
      </p:sp>
      <p:pic>
        <p:nvPicPr>
          <p:cNvPr id="36" name="Image 6" descr="/home/claude/logproj/icons/award.png"/>
          <p:cNvPicPr>
            <a:picLocks noChangeAspect="1"/>
          </p:cNvPicPr>
          <p:nvPr/>
        </p:nvPicPr>
        <p:blipFill>
          <a:blip r:embed="rId9"/>
          <a:stretch>
            <a:fillRect/>
          </a:stretch>
        </p:blipFill>
        <p:spPr>
          <a:xfrm>
            <a:off x="9540850" y="2359152"/>
            <a:ext cx="219456" cy="219456"/>
          </a:xfrm>
          <a:prstGeom prst="rect">
            <a:avLst/>
          </a:prstGeom>
        </p:spPr>
      </p:pic>
      <p:sp>
        <p:nvSpPr>
          <p:cNvPr id="37" name="Text 28"/>
          <p:cNvSpPr/>
          <p:nvPr/>
        </p:nvSpPr>
        <p:spPr>
          <a:xfrm>
            <a:off x="9047074" y="2807208"/>
            <a:ext cx="1207008" cy="658368"/>
          </a:xfrm>
          <a:prstGeom prst="rect">
            <a:avLst/>
          </a:prstGeom>
          <a:noFill/>
          <a:ln/>
        </p:spPr>
        <p:txBody>
          <a:bodyPr wrap="square" lIns="0" tIns="0" rIns="0" bIns="0" rtlCol="0" anchor="t"/>
          <a:lstStyle/>
          <a:p>
            <a:pPr marL="0" indent="0" algn="ctr">
              <a:lnSpc>
                <a:spcPct val="105000"/>
              </a:lnSpc>
              <a:buNone/>
            </a:pPr>
            <a:r>
              <a:rPr lang="en-US" sz="1000" dirty="0">
                <a:solidFill>
                  <a:srgbClr val="EAF0F7"/>
                </a:solidFill>
                <a:latin typeface="Calibri" pitchFamily="34" charset="0"/>
                <a:ea typeface="Calibri" pitchFamily="34" charset="-122"/>
                <a:cs typeface="Calibri" pitchFamily="34" charset="-120"/>
              </a:rPr>
              <a:t>Error</a:t>
            </a:r>
            <a:endParaRPr lang="en-US" sz="1000" dirty="0"/>
          </a:p>
          <a:p>
            <a:pPr marL="0" indent="0" algn="ctr">
              <a:lnSpc>
                <a:spcPct val="105000"/>
              </a:lnSpc>
              <a:buNone/>
            </a:pPr>
            <a:r>
              <a:rPr lang="en-US" sz="1000" dirty="0">
                <a:solidFill>
                  <a:srgbClr val="EAF0F7"/>
                </a:solidFill>
                <a:latin typeface="Calibri" pitchFamily="34" charset="0"/>
                <a:ea typeface="Calibri" pitchFamily="34" charset="-122"/>
                <a:cs typeface="Calibri" pitchFamily="34" charset="-120"/>
              </a:rPr>
              <a:t>Ranking</a:t>
            </a:r>
            <a:endParaRPr lang="en-US" sz="1000" dirty="0"/>
          </a:p>
        </p:txBody>
      </p:sp>
      <p:sp>
        <p:nvSpPr>
          <p:cNvPr id="38" name="Text 29"/>
          <p:cNvSpPr/>
          <p:nvPr/>
        </p:nvSpPr>
        <p:spPr>
          <a:xfrm>
            <a:off x="10290658" y="2610612"/>
            <a:ext cx="141732" cy="402336"/>
          </a:xfrm>
          <a:prstGeom prst="rect">
            <a:avLst/>
          </a:prstGeom>
          <a:noFill/>
          <a:ln/>
        </p:spPr>
        <p:txBody>
          <a:bodyPr wrap="square" lIns="0" tIns="0" rIns="0" bIns="0" rtlCol="0" anchor="ctr"/>
          <a:lstStyle/>
          <a:p>
            <a:pPr marL="0" indent="0" algn="ctr">
              <a:buNone/>
            </a:pPr>
            <a:r>
              <a:rPr lang="en-US" sz="1300" dirty="0">
                <a:solidFill>
                  <a:srgbClr val="2DD4BF"/>
                </a:solidFill>
                <a:latin typeface="Calibri" pitchFamily="34" charset="0"/>
                <a:ea typeface="Calibri" pitchFamily="34" charset="-122"/>
                <a:cs typeface="Calibri" pitchFamily="34" charset="-120"/>
              </a:rPr>
              <a:t>→</a:t>
            </a:r>
            <a:endParaRPr lang="en-US" sz="1300" dirty="0"/>
          </a:p>
        </p:txBody>
      </p:sp>
      <p:sp>
        <p:nvSpPr>
          <p:cNvPr id="39" name="Shape 30"/>
          <p:cNvSpPr/>
          <p:nvPr/>
        </p:nvSpPr>
        <p:spPr>
          <a:xfrm>
            <a:off x="10423246" y="2057400"/>
            <a:ext cx="1298448" cy="1508760"/>
          </a:xfrm>
          <a:prstGeom prst="roundRect">
            <a:avLst>
              <a:gd name="adj" fmla="val 6338"/>
            </a:avLst>
          </a:prstGeom>
          <a:solidFill>
            <a:srgbClr val="121B2E"/>
          </a:solidFill>
          <a:ln w="9525">
            <a:solidFill>
              <a:srgbClr val="24304A"/>
            </a:solidFill>
            <a:prstDash val="solid"/>
          </a:ln>
        </p:spPr>
      </p:sp>
      <p:sp>
        <p:nvSpPr>
          <p:cNvPr id="40" name="Shape 31"/>
          <p:cNvSpPr/>
          <p:nvPr/>
        </p:nvSpPr>
        <p:spPr>
          <a:xfrm>
            <a:off x="10843870" y="2240280"/>
            <a:ext cx="457200" cy="457200"/>
          </a:xfrm>
          <a:prstGeom prst="ellipse">
            <a:avLst/>
          </a:prstGeom>
          <a:solidFill>
            <a:srgbClr val="16223A"/>
          </a:solidFill>
          <a:ln/>
        </p:spPr>
      </p:sp>
      <p:pic>
        <p:nvPicPr>
          <p:cNvPr id="41" name="Image 7" descr="/home/claude/logproj/icons/checkCircle.png"/>
          <p:cNvPicPr>
            <a:picLocks noChangeAspect="1"/>
          </p:cNvPicPr>
          <p:nvPr/>
        </p:nvPicPr>
        <p:blipFill>
          <a:blip r:embed="rId10"/>
          <a:stretch>
            <a:fillRect/>
          </a:stretch>
        </p:blipFill>
        <p:spPr>
          <a:xfrm>
            <a:off x="10962742" y="2359152"/>
            <a:ext cx="219456" cy="219456"/>
          </a:xfrm>
          <a:prstGeom prst="rect">
            <a:avLst/>
          </a:prstGeom>
        </p:spPr>
      </p:pic>
      <p:sp>
        <p:nvSpPr>
          <p:cNvPr id="42" name="Text 32"/>
          <p:cNvSpPr/>
          <p:nvPr/>
        </p:nvSpPr>
        <p:spPr>
          <a:xfrm>
            <a:off x="10468966" y="2807208"/>
            <a:ext cx="1207008" cy="658368"/>
          </a:xfrm>
          <a:prstGeom prst="rect">
            <a:avLst/>
          </a:prstGeom>
          <a:noFill/>
          <a:ln/>
        </p:spPr>
        <p:txBody>
          <a:bodyPr wrap="square" lIns="0" tIns="0" rIns="0" bIns="0" rtlCol="0" anchor="t"/>
          <a:lstStyle/>
          <a:p>
            <a:pPr marL="0" indent="0" algn="ctr">
              <a:lnSpc>
                <a:spcPct val="105000"/>
              </a:lnSpc>
              <a:buNone/>
            </a:pPr>
            <a:r>
              <a:rPr lang="en-US" sz="1000" dirty="0">
                <a:solidFill>
                  <a:srgbClr val="EAF0F7"/>
                </a:solidFill>
                <a:latin typeface="Calibri" pitchFamily="34" charset="0"/>
                <a:ea typeface="Calibri" pitchFamily="34" charset="-122"/>
                <a:cs typeface="Calibri" pitchFamily="34" charset="-120"/>
              </a:rPr>
              <a:t>Final</a:t>
            </a:r>
            <a:endParaRPr lang="en-US" sz="1000" dirty="0"/>
          </a:p>
          <a:p>
            <a:pPr marL="0" indent="0" algn="ctr">
              <a:lnSpc>
                <a:spcPct val="105000"/>
              </a:lnSpc>
              <a:buNone/>
            </a:pPr>
            <a:r>
              <a:rPr lang="en-US" sz="1000" dirty="0">
                <a:solidFill>
                  <a:srgbClr val="EAF0F7"/>
                </a:solidFill>
                <a:latin typeface="Calibri" pitchFamily="34" charset="0"/>
                <a:ea typeface="Calibri" pitchFamily="34" charset="-122"/>
                <a:cs typeface="Calibri" pitchFamily="34" charset="-120"/>
              </a:rPr>
              <a:t>Report</a:t>
            </a:r>
            <a:endParaRPr lang="en-US" sz="1000" dirty="0"/>
          </a:p>
        </p:txBody>
      </p:sp>
      <p:sp>
        <p:nvSpPr>
          <p:cNvPr id="43" name="Text 33"/>
          <p:cNvSpPr/>
          <p:nvPr/>
        </p:nvSpPr>
        <p:spPr>
          <a:xfrm>
            <a:off x="457200" y="3977640"/>
            <a:ext cx="4572000" cy="292608"/>
          </a:xfrm>
          <a:prstGeom prst="rect">
            <a:avLst/>
          </a:prstGeom>
          <a:noFill/>
          <a:ln/>
        </p:spPr>
        <p:txBody>
          <a:bodyPr wrap="square" lIns="0" tIns="0" rIns="0" bIns="0" rtlCol="0" anchor="ctr"/>
          <a:lstStyle/>
          <a:p>
            <a:pPr marL="0" indent="0">
              <a:buNone/>
            </a:pPr>
            <a:r>
              <a:rPr lang="en-US" sz="1100" b="1" kern="0" spc="150" dirty="0">
                <a:solidFill>
                  <a:srgbClr val="2DD4BF"/>
                </a:solidFill>
                <a:latin typeface="Calibri" pitchFamily="34" charset="0"/>
                <a:ea typeface="Calibri" pitchFamily="34" charset="-122"/>
                <a:cs typeface="Calibri" pitchFamily="34" charset="-120"/>
              </a:rPr>
              <a:t>KEY FUNCTIONALITIES</a:t>
            </a:r>
            <a:endParaRPr lang="en-US" sz="1100" dirty="0"/>
          </a:p>
        </p:txBody>
      </p:sp>
      <p:sp>
        <p:nvSpPr>
          <p:cNvPr id="44" name="Shape 34"/>
          <p:cNvSpPr/>
          <p:nvPr/>
        </p:nvSpPr>
        <p:spPr>
          <a:xfrm>
            <a:off x="457200" y="4343400"/>
            <a:ext cx="3639312" cy="713232"/>
          </a:xfrm>
          <a:prstGeom prst="roundRect">
            <a:avLst>
              <a:gd name="adj" fmla="val 10256"/>
            </a:avLst>
          </a:prstGeom>
          <a:solidFill>
            <a:srgbClr val="121B2E"/>
          </a:solidFill>
          <a:ln w="9525">
            <a:solidFill>
              <a:srgbClr val="24304A"/>
            </a:solidFill>
            <a:prstDash val="solid"/>
          </a:ln>
        </p:spPr>
      </p:sp>
      <p:sp>
        <p:nvSpPr>
          <p:cNvPr id="45" name="Shape 35"/>
          <p:cNvSpPr/>
          <p:nvPr/>
        </p:nvSpPr>
        <p:spPr>
          <a:xfrm>
            <a:off x="658368" y="4645152"/>
            <a:ext cx="109728" cy="109728"/>
          </a:xfrm>
          <a:prstGeom prst="ellipse">
            <a:avLst/>
          </a:prstGeom>
          <a:solidFill>
            <a:srgbClr val="5B8DEF"/>
          </a:solidFill>
          <a:ln/>
        </p:spPr>
      </p:sp>
      <p:sp>
        <p:nvSpPr>
          <p:cNvPr id="46" name="Text 36"/>
          <p:cNvSpPr/>
          <p:nvPr/>
        </p:nvSpPr>
        <p:spPr>
          <a:xfrm>
            <a:off x="896112" y="4343400"/>
            <a:ext cx="3017520" cy="713232"/>
          </a:xfrm>
          <a:prstGeom prst="rect">
            <a:avLst/>
          </a:prstGeom>
          <a:noFill/>
          <a:ln/>
        </p:spPr>
        <p:txBody>
          <a:bodyPr wrap="square" lIns="0" tIns="0" rIns="0" bIns="0" rtlCol="0" anchor="ctr"/>
          <a:lstStyle/>
          <a:p>
            <a:pPr marL="0" indent="0">
              <a:buNone/>
            </a:pPr>
            <a:r>
              <a:rPr lang="en-US" sz="1150" dirty="0">
                <a:solidFill>
                  <a:srgbClr val="EAF0F7"/>
                </a:solidFill>
                <a:latin typeface="Calibri" pitchFamily="34" charset="0"/>
                <a:ea typeface="Calibri" pitchFamily="34" charset="-122"/>
                <a:cs typeface="Calibri" pitchFamily="34" charset="-120"/>
              </a:rPr>
              <a:t>Read &amp; parse log files</a:t>
            </a:r>
            <a:endParaRPr lang="en-US" sz="1150" dirty="0"/>
          </a:p>
        </p:txBody>
      </p:sp>
      <p:sp>
        <p:nvSpPr>
          <p:cNvPr id="47" name="Shape 37"/>
          <p:cNvSpPr/>
          <p:nvPr/>
        </p:nvSpPr>
        <p:spPr>
          <a:xfrm>
            <a:off x="4261104" y="4343400"/>
            <a:ext cx="3639312" cy="713232"/>
          </a:xfrm>
          <a:prstGeom prst="roundRect">
            <a:avLst>
              <a:gd name="adj" fmla="val 10256"/>
            </a:avLst>
          </a:prstGeom>
          <a:solidFill>
            <a:srgbClr val="121B2E"/>
          </a:solidFill>
          <a:ln w="9525">
            <a:solidFill>
              <a:srgbClr val="24304A"/>
            </a:solidFill>
            <a:prstDash val="solid"/>
          </a:ln>
        </p:spPr>
      </p:sp>
      <p:sp>
        <p:nvSpPr>
          <p:cNvPr id="48" name="Shape 38"/>
          <p:cNvSpPr/>
          <p:nvPr/>
        </p:nvSpPr>
        <p:spPr>
          <a:xfrm>
            <a:off x="4462272" y="4645152"/>
            <a:ext cx="109728" cy="109728"/>
          </a:xfrm>
          <a:prstGeom prst="ellipse">
            <a:avLst/>
          </a:prstGeom>
          <a:solidFill>
            <a:srgbClr val="5B8DEF"/>
          </a:solidFill>
          <a:ln/>
        </p:spPr>
      </p:sp>
      <p:sp>
        <p:nvSpPr>
          <p:cNvPr id="49" name="Text 39"/>
          <p:cNvSpPr/>
          <p:nvPr/>
        </p:nvSpPr>
        <p:spPr>
          <a:xfrm>
            <a:off x="4700016" y="4343400"/>
            <a:ext cx="3017520" cy="713232"/>
          </a:xfrm>
          <a:prstGeom prst="rect">
            <a:avLst/>
          </a:prstGeom>
          <a:noFill/>
          <a:ln/>
        </p:spPr>
        <p:txBody>
          <a:bodyPr wrap="square" lIns="0" tIns="0" rIns="0" bIns="0" rtlCol="0" anchor="ctr"/>
          <a:lstStyle/>
          <a:p>
            <a:pPr marL="0" indent="0">
              <a:buNone/>
            </a:pPr>
            <a:r>
              <a:rPr lang="en-US" sz="1150" dirty="0">
                <a:solidFill>
                  <a:srgbClr val="EAF0F7"/>
                </a:solidFill>
                <a:latin typeface="Calibri" pitchFamily="34" charset="0"/>
                <a:ea typeface="Calibri" pitchFamily="34" charset="-122"/>
                <a:cs typeface="Calibri" pitchFamily="34" charset="-120"/>
              </a:rPr>
              <a:t>Count recurring errors</a:t>
            </a:r>
            <a:endParaRPr lang="en-US" sz="1150" dirty="0"/>
          </a:p>
        </p:txBody>
      </p:sp>
      <p:sp>
        <p:nvSpPr>
          <p:cNvPr id="50" name="Shape 40"/>
          <p:cNvSpPr/>
          <p:nvPr/>
        </p:nvSpPr>
        <p:spPr>
          <a:xfrm>
            <a:off x="8065008" y="4343400"/>
            <a:ext cx="3639312" cy="713232"/>
          </a:xfrm>
          <a:prstGeom prst="roundRect">
            <a:avLst>
              <a:gd name="adj" fmla="val 10256"/>
            </a:avLst>
          </a:prstGeom>
          <a:solidFill>
            <a:srgbClr val="121B2E"/>
          </a:solidFill>
          <a:ln w="9525">
            <a:solidFill>
              <a:srgbClr val="24304A"/>
            </a:solidFill>
            <a:prstDash val="solid"/>
          </a:ln>
        </p:spPr>
      </p:sp>
      <p:sp>
        <p:nvSpPr>
          <p:cNvPr id="51" name="Shape 41"/>
          <p:cNvSpPr/>
          <p:nvPr/>
        </p:nvSpPr>
        <p:spPr>
          <a:xfrm>
            <a:off x="8266176" y="4645152"/>
            <a:ext cx="109728" cy="109728"/>
          </a:xfrm>
          <a:prstGeom prst="ellipse">
            <a:avLst/>
          </a:prstGeom>
          <a:solidFill>
            <a:srgbClr val="5B8DEF"/>
          </a:solidFill>
          <a:ln/>
        </p:spPr>
      </p:sp>
      <p:sp>
        <p:nvSpPr>
          <p:cNvPr id="52" name="Text 42"/>
          <p:cNvSpPr/>
          <p:nvPr/>
        </p:nvSpPr>
        <p:spPr>
          <a:xfrm>
            <a:off x="8503920" y="4343400"/>
            <a:ext cx="3017520" cy="713232"/>
          </a:xfrm>
          <a:prstGeom prst="rect">
            <a:avLst/>
          </a:prstGeom>
          <a:noFill/>
          <a:ln/>
        </p:spPr>
        <p:txBody>
          <a:bodyPr wrap="square" lIns="0" tIns="0" rIns="0" bIns="0" rtlCol="0" anchor="ctr"/>
          <a:lstStyle/>
          <a:p>
            <a:pPr marL="0" indent="0">
              <a:buNone/>
            </a:pPr>
            <a:r>
              <a:rPr lang="en-US" sz="1150" dirty="0">
                <a:solidFill>
                  <a:srgbClr val="EAF0F7"/>
                </a:solidFill>
                <a:latin typeface="Calibri" pitchFamily="34" charset="0"/>
                <a:ea typeface="Calibri" pitchFamily="34" charset="-122"/>
                <a:cs typeface="Calibri" pitchFamily="34" charset="-120"/>
              </a:rPr>
              <a:t>Search &amp; detect error patterns</a:t>
            </a:r>
            <a:endParaRPr lang="en-US" sz="1150" dirty="0"/>
          </a:p>
        </p:txBody>
      </p:sp>
      <p:sp>
        <p:nvSpPr>
          <p:cNvPr id="53" name="Shape 43"/>
          <p:cNvSpPr/>
          <p:nvPr/>
        </p:nvSpPr>
        <p:spPr>
          <a:xfrm>
            <a:off x="457200" y="5239512"/>
            <a:ext cx="3639312" cy="713232"/>
          </a:xfrm>
          <a:prstGeom prst="roundRect">
            <a:avLst>
              <a:gd name="adj" fmla="val 10256"/>
            </a:avLst>
          </a:prstGeom>
          <a:solidFill>
            <a:srgbClr val="121B2E"/>
          </a:solidFill>
          <a:ln w="9525">
            <a:solidFill>
              <a:srgbClr val="24304A"/>
            </a:solidFill>
            <a:prstDash val="solid"/>
          </a:ln>
        </p:spPr>
      </p:sp>
      <p:sp>
        <p:nvSpPr>
          <p:cNvPr id="54" name="Shape 44"/>
          <p:cNvSpPr/>
          <p:nvPr/>
        </p:nvSpPr>
        <p:spPr>
          <a:xfrm>
            <a:off x="658368" y="5541264"/>
            <a:ext cx="109728" cy="109728"/>
          </a:xfrm>
          <a:prstGeom prst="ellipse">
            <a:avLst/>
          </a:prstGeom>
          <a:solidFill>
            <a:srgbClr val="5B8DEF"/>
          </a:solidFill>
          <a:ln/>
        </p:spPr>
      </p:sp>
      <p:sp>
        <p:nvSpPr>
          <p:cNvPr id="55" name="Text 45"/>
          <p:cNvSpPr/>
          <p:nvPr/>
        </p:nvSpPr>
        <p:spPr>
          <a:xfrm>
            <a:off x="896112" y="5239512"/>
            <a:ext cx="3017520" cy="713232"/>
          </a:xfrm>
          <a:prstGeom prst="rect">
            <a:avLst/>
          </a:prstGeom>
          <a:noFill/>
          <a:ln/>
        </p:spPr>
        <p:txBody>
          <a:bodyPr wrap="square" lIns="0" tIns="0" rIns="0" bIns="0" rtlCol="0" anchor="ctr"/>
          <a:lstStyle/>
          <a:p>
            <a:pPr marL="0" indent="0">
              <a:buNone/>
            </a:pPr>
            <a:r>
              <a:rPr lang="en-US" sz="1150" dirty="0">
                <a:solidFill>
                  <a:srgbClr val="EAF0F7"/>
                </a:solidFill>
                <a:latin typeface="Calibri" pitchFamily="34" charset="0"/>
                <a:ea typeface="Calibri" pitchFamily="34" charset="-122"/>
                <a:cs typeface="Calibri" pitchFamily="34" charset="-120"/>
              </a:rPr>
              <a:t>Find similar error messages</a:t>
            </a:r>
            <a:endParaRPr lang="en-US" sz="1150" dirty="0"/>
          </a:p>
        </p:txBody>
      </p:sp>
      <p:sp>
        <p:nvSpPr>
          <p:cNvPr id="56" name="Shape 46"/>
          <p:cNvSpPr/>
          <p:nvPr/>
        </p:nvSpPr>
        <p:spPr>
          <a:xfrm>
            <a:off x="4261104" y="5239512"/>
            <a:ext cx="3639312" cy="713232"/>
          </a:xfrm>
          <a:prstGeom prst="roundRect">
            <a:avLst>
              <a:gd name="adj" fmla="val 10256"/>
            </a:avLst>
          </a:prstGeom>
          <a:solidFill>
            <a:srgbClr val="121B2E"/>
          </a:solidFill>
          <a:ln w="9525">
            <a:solidFill>
              <a:srgbClr val="24304A"/>
            </a:solidFill>
            <a:prstDash val="solid"/>
          </a:ln>
        </p:spPr>
      </p:sp>
      <p:sp>
        <p:nvSpPr>
          <p:cNvPr id="57" name="Shape 47"/>
          <p:cNvSpPr/>
          <p:nvPr/>
        </p:nvSpPr>
        <p:spPr>
          <a:xfrm>
            <a:off x="4462272" y="5541264"/>
            <a:ext cx="109728" cy="109728"/>
          </a:xfrm>
          <a:prstGeom prst="ellipse">
            <a:avLst/>
          </a:prstGeom>
          <a:solidFill>
            <a:srgbClr val="5B8DEF"/>
          </a:solidFill>
          <a:ln/>
        </p:spPr>
      </p:sp>
      <p:sp>
        <p:nvSpPr>
          <p:cNvPr id="58" name="Text 48"/>
          <p:cNvSpPr/>
          <p:nvPr/>
        </p:nvSpPr>
        <p:spPr>
          <a:xfrm>
            <a:off x="4700016" y="5239512"/>
            <a:ext cx="3017520" cy="713232"/>
          </a:xfrm>
          <a:prstGeom prst="rect">
            <a:avLst/>
          </a:prstGeom>
          <a:noFill/>
          <a:ln/>
        </p:spPr>
        <p:txBody>
          <a:bodyPr wrap="square" lIns="0" tIns="0" rIns="0" bIns="0" rtlCol="0" anchor="ctr"/>
          <a:lstStyle/>
          <a:p>
            <a:pPr marL="0" indent="0">
              <a:buNone/>
            </a:pPr>
            <a:r>
              <a:rPr lang="en-US" sz="1150" dirty="0">
                <a:solidFill>
                  <a:srgbClr val="EAF0F7"/>
                </a:solidFill>
                <a:latin typeface="Calibri" pitchFamily="34" charset="0"/>
                <a:ea typeface="Calibri" pitchFamily="34" charset="-122"/>
                <a:cs typeface="Calibri" pitchFamily="34" charset="-120"/>
              </a:rPr>
              <a:t>Rank frequent / important errors</a:t>
            </a:r>
            <a:endParaRPr lang="en-US" sz="1150" dirty="0"/>
          </a:p>
        </p:txBody>
      </p:sp>
      <p:sp>
        <p:nvSpPr>
          <p:cNvPr id="59" name="Shape 49"/>
          <p:cNvSpPr/>
          <p:nvPr/>
        </p:nvSpPr>
        <p:spPr>
          <a:xfrm>
            <a:off x="8065008" y="5239512"/>
            <a:ext cx="3639312" cy="713232"/>
          </a:xfrm>
          <a:prstGeom prst="roundRect">
            <a:avLst>
              <a:gd name="adj" fmla="val 10256"/>
            </a:avLst>
          </a:prstGeom>
          <a:solidFill>
            <a:srgbClr val="121B2E"/>
          </a:solidFill>
          <a:ln w="9525">
            <a:solidFill>
              <a:srgbClr val="24304A"/>
            </a:solidFill>
            <a:prstDash val="solid"/>
          </a:ln>
        </p:spPr>
      </p:sp>
      <p:sp>
        <p:nvSpPr>
          <p:cNvPr id="60" name="Shape 50"/>
          <p:cNvSpPr/>
          <p:nvPr/>
        </p:nvSpPr>
        <p:spPr>
          <a:xfrm>
            <a:off x="8266176" y="5541264"/>
            <a:ext cx="109728" cy="109728"/>
          </a:xfrm>
          <a:prstGeom prst="ellipse">
            <a:avLst/>
          </a:prstGeom>
          <a:solidFill>
            <a:srgbClr val="5B8DEF"/>
          </a:solidFill>
          <a:ln/>
        </p:spPr>
      </p:sp>
      <p:sp>
        <p:nvSpPr>
          <p:cNvPr id="61" name="Text 51"/>
          <p:cNvSpPr/>
          <p:nvPr/>
        </p:nvSpPr>
        <p:spPr>
          <a:xfrm>
            <a:off x="8503920" y="5239512"/>
            <a:ext cx="3017520" cy="713232"/>
          </a:xfrm>
          <a:prstGeom prst="rect">
            <a:avLst/>
          </a:prstGeom>
          <a:noFill/>
          <a:ln/>
        </p:spPr>
        <p:txBody>
          <a:bodyPr wrap="square" lIns="0" tIns="0" rIns="0" bIns="0" rtlCol="0" anchor="ctr"/>
          <a:lstStyle/>
          <a:p>
            <a:pPr marL="0" indent="0">
              <a:buNone/>
            </a:pPr>
            <a:r>
              <a:rPr lang="en-US" sz="1150" dirty="0">
                <a:solidFill>
                  <a:srgbClr val="EAF0F7"/>
                </a:solidFill>
                <a:latin typeface="Calibri" pitchFamily="34" charset="0"/>
                <a:ea typeface="Calibri" pitchFamily="34" charset="-122"/>
                <a:cs typeface="Calibri" pitchFamily="34" charset="-120"/>
              </a:rPr>
              <a:t>Generate a clear analysis report</a:t>
            </a:r>
            <a:endParaRPr lang="en-US" sz="1150" dirty="0"/>
          </a:p>
        </p:txBody>
      </p:sp>
      <p:sp>
        <p:nvSpPr>
          <p:cNvPr id="63" name="Text 53"/>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8A96B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A"/>
        </a:solidFill>
        <a:effectLst/>
      </p:bgPr>
    </p:bg>
    <p:spTree>
      <p:nvGrpSpPr>
        <p:cNvPr id="1" name=""/>
        <p:cNvGrpSpPr/>
        <p:nvPr/>
      </p:nvGrpSpPr>
      <p:grpSpPr>
        <a:xfrm>
          <a:off x="0" y="0"/>
          <a:ext cx="0" cy="0"/>
          <a:chOff x="0" y="0"/>
          <a:chExt cx="0" cy="0"/>
        </a:xfrm>
      </p:grpSpPr>
      <p:sp>
        <p:nvSpPr>
          <p:cNvPr id="3" name="Text 1"/>
          <p:cNvSpPr/>
          <p:nvPr/>
        </p:nvSpPr>
        <p:spPr>
          <a:xfrm>
            <a:off x="457200" y="658368"/>
            <a:ext cx="7315200" cy="548640"/>
          </a:xfrm>
          <a:prstGeom prst="rect">
            <a:avLst/>
          </a:prstGeom>
          <a:noFill/>
          <a:ln/>
        </p:spPr>
        <p:txBody>
          <a:bodyPr wrap="square" lIns="0" tIns="0" rIns="0" bIns="0" rtlCol="0" anchor="ctr"/>
          <a:lstStyle/>
          <a:p>
            <a:pPr marL="0" indent="0">
              <a:buNone/>
            </a:pPr>
            <a:r>
              <a:rPr lang="en-US" sz="3000" b="1" dirty="0">
                <a:solidFill>
                  <a:srgbClr val="EAF0F7"/>
                </a:solidFill>
                <a:latin typeface="Cambria" pitchFamily="34" charset="0"/>
                <a:ea typeface="Cambria" pitchFamily="34" charset="-122"/>
                <a:cs typeface="Cambria" pitchFamily="34" charset="-120"/>
              </a:rPr>
              <a:t>Tools &amp; Technologies</a:t>
            </a:r>
            <a:endParaRPr lang="en-US" sz="3000" dirty="0"/>
          </a:p>
        </p:txBody>
      </p:sp>
      <p:sp>
        <p:nvSpPr>
          <p:cNvPr id="4" name="Shape 2"/>
          <p:cNvSpPr/>
          <p:nvPr/>
        </p:nvSpPr>
        <p:spPr>
          <a:xfrm>
            <a:off x="457200" y="1485900"/>
            <a:ext cx="2679192" cy="1938528"/>
          </a:xfrm>
          <a:prstGeom prst="roundRect">
            <a:avLst>
              <a:gd name="adj" fmla="val 4245"/>
            </a:avLst>
          </a:prstGeom>
          <a:solidFill>
            <a:srgbClr val="16352E"/>
          </a:solidFill>
          <a:ln w="15875">
            <a:solidFill>
              <a:srgbClr val="2DD4BF"/>
            </a:solidFill>
            <a:prstDash val="solid"/>
          </a:ln>
        </p:spPr>
      </p:sp>
      <p:sp>
        <p:nvSpPr>
          <p:cNvPr id="5" name="Shape 3"/>
          <p:cNvSpPr/>
          <p:nvPr/>
        </p:nvSpPr>
        <p:spPr>
          <a:xfrm>
            <a:off x="1540764" y="1636776"/>
            <a:ext cx="512064" cy="512064"/>
          </a:xfrm>
          <a:prstGeom prst="ellipse">
            <a:avLst/>
          </a:prstGeom>
          <a:solidFill>
            <a:srgbClr val="2DD4BF"/>
          </a:solidFill>
          <a:ln/>
        </p:spPr>
      </p:sp>
      <p:pic>
        <p:nvPicPr>
          <p:cNvPr id="6" name="Image 0" descr="/home/claude/logproj/icons/code.png"/>
          <p:cNvPicPr>
            <a:picLocks noChangeAspect="1"/>
          </p:cNvPicPr>
          <p:nvPr/>
        </p:nvPicPr>
        <p:blipFill>
          <a:blip r:embed="rId3"/>
          <a:stretch>
            <a:fillRect/>
          </a:stretch>
        </p:blipFill>
        <p:spPr>
          <a:xfrm>
            <a:off x="1673352" y="1769364"/>
            <a:ext cx="246888" cy="246888"/>
          </a:xfrm>
          <a:prstGeom prst="rect">
            <a:avLst/>
          </a:prstGeom>
        </p:spPr>
      </p:pic>
      <p:sp>
        <p:nvSpPr>
          <p:cNvPr id="7" name="Text 4"/>
          <p:cNvSpPr/>
          <p:nvPr/>
        </p:nvSpPr>
        <p:spPr>
          <a:xfrm>
            <a:off x="603504" y="2313432"/>
            <a:ext cx="2386584" cy="658368"/>
          </a:xfrm>
          <a:prstGeom prst="rect">
            <a:avLst/>
          </a:prstGeom>
          <a:noFill/>
          <a:ln/>
        </p:spPr>
        <p:txBody>
          <a:bodyPr wrap="square" lIns="0" tIns="0" rIns="0" bIns="0" rtlCol="0" anchor="t"/>
          <a:lstStyle/>
          <a:p>
            <a:pPr marL="0" indent="0" algn="ctr">
              <a:lnSpc>
                <a:spcPct val="110000"/>
              </a:lnSpc>
              <a:buNone/>
            </a:pPr>
            <a:r>
              <a:rPr lang="en-US" sz="1150" b="1" dirty="0">
                <a:solidFill>
                  <a:srgbClr val="EAF0F7"/>
                </a:solidFill>
                <a:latin typeface="Calibri" pitchFamily="34" charset="0"/>
                <a:ea typeface="Calibri" pitchFamily="34" charset="-122"/>
                <a:cs typeface="Calibri" pitchFamily="34" charset="-120"/>
              </a:rPr>
              <a:t>Java</a:t>
            </a:r>
            <a:endParaRPr lang="en-US" sz="1150" dirty="0"/>
          </a:p>
        </p:txBody>
      </p:sp>
      <p:sp>
        <p:nvSpPr>
          <p:cNvPr id="8" name="Text 5"/>
          <p:cNvSpPr/>
          <p:nvPr/>
        </p:nvSpPr>
        <p:spPr>
          <a:xfrm>
            <a:off x="603504" y="3026664"/>
            <a:ext cx="2386584" cy="274320"/>
          </a:xfrm>
          <a:prstGeom prst="rect">
            <a:avLst/>
          </a:prstGeom>
          <a:noFill/>
          <a:ln/>
        </p:spPr>
        <p:txBody>
          <a:bodyPr wrap="square" lIns="0" tIns="0" rIns="0" bIns="0" rtlCol="0" anchor="ctr"/>
          <a:lstStyle/>
          <a:p>
            <a:pPr marL="0" indent="0" algn="ctr">
              <a:buNone/>
            </a:pPr>
            <a:r>
              <a:rPr lang="en-US" sz="950" dirty="0">
                <a:solidFill>
                  <a:srgbClr val="2DD4BF"/>
                </a:solidFill>
                <a:latin typeface="Calibri" pitchFamily="34" charset="0"/>
                <a:ea typeface="Calibri" pitchFamily="34" charset="-122"/>
                <a:cs typeface="Calibri" pitchFamily="34" charset="-120"/>
              </a:rPr>
              <a:t>Programming language</a:t>
            </a:r>
            <a:endParaRPr lang="en-US" sz="950" dirty="0"/>
          </a:p>
        </p:txBody>
      </p:sp>
      <p:sp>
        <p:nvSpPr>
          <p:cNvPr id="9" name="Shape 6"/>
          <p:cNvSpPr/>
          <p:nvPr/>
        </p:nvSpPr>
        <p:spPr>
          <a:xfrm>
            <a:off x="3300984" y="1417320"/>
            <a:ext cx="2679192" cy="1938528"/>
          </a:xfrm>
          <a:prstGeom prst="roundRect">
            <a:avLst>
              <a:gd name="adj" fmla="val 4245"/>
            </a:avLst>
          </a:prstGeom>
          <a:solidFill>
            <a:srgbClr val="121B2E"/>
          </a:solidFill>
          <a:ln w="9525">
            <a:solidFill>
              <a:srgbClr val="24304A"/>
            </a:solidFill>
            <a:prstDash val="solid"/>
          </a:ln>
        </p:spPr>
      </p:sp>
      <p:sp>
        <p:nvSpPr>
          <p:cNvPr id="10" name="Shape 7"/>
          <p:cNvSpPr/>
          <p:nvPr/>
        </p:nvSpPr>
        <p:spPr>
          <a:xfrm>
            <a:off x="4384548" y="1636776"/>
            <a:ext cx="512064" cy="512064"/>
          </a:xfrm>
          <a:prstGeom prst="ellipse">
            <a:avLst/>
          </a:prstGeom>
          <a:solidFill>
            <a:srgbClr val="16223A"/>
          </a:solidFill>
          <a:ln/>
        </p:spPr>
      </p:sp>
      <p:pic>
        <p:nvPicPr>
          <p:cNvPr id="11" name="Image 1" descr="/home/claude/logproj/icons/terminal.png"/>
          <p:cNvPicPr>
            <a:picLocks noChangeAspect="1"/>
          </p:cNvPicPr>
          <p:nvPr/>
        </p:nvPicPr>
        <p:blipFill>
          <a:blip r:embed="rId4"/>
          <a:stretch>
            <a:fillRect/>
          </a:stretch>
        </p:blipFill>
        <p:spPr>
          <a:xfrm>
            <a:off x="4517136" y="1769364"/>
            <a:ext cx="246888" cy="246888"/>
          </a:xfrm>
          <a:prstGeom prst="rect">
            <a:avLst/>
          </a:prstGeom>
        </p:spPr>
      </p:pic>
      <p:sp>
        <p:nvSpPr>
          <p:cNvPr id="12" name="Text 8"/>
          <p:cNvSpPr/>
          <p:nvPr/>
        </p:nvSpPr>
        <p:spPr>
          <a:xfrm>
            <a:off x="3447288" y="2313432"/>
            <a:ext cx="2386584" cy="658368"/>
          </a:xfrm>
          <a:prstGeom prst="rect">
            <a:avLst/>
          </a:prstGeom>
          <a:noFill/>
          <a:ln/>
        </p:spPr>
        <p:txBody>
          <a:bodyPr wrap="square" lIns="0" tIns="0" rIns="0" bIns="0" rtlCol="0" anchor="t"/>
          <a:lstStyle/>
          <a:p>
            <a:pPr marL="0" indent="0" algn="ctr">
              <a:lnSpc>
                <a:spcPct val="110000"/>
              </a:lnSpc>
              <a:buNone/>
            </a:pPr>
            <a:r>
              <a:rPr lang="en-US" sz="1150" b="1" dirty="0">
                <a:solidFill>
                  <a:srgbClr val="EAF0F7"/>
                </a:solidFill>
                <a:latin typeface="Calibri" pitchFamily="34" charset="0"/>
                <a:ea typeface="Calibri" pitchFamily="34" charset="-122"/>
                <a:cs typeface="Calibri" pitchFamily="34" charset="-120"/>
              </a:rPr>
              <a:t>VS Code</a:t>
            </a:r>
            <a:endParaRPr lang="en-US" sz="1150" dirty="0"/>
          </a:p>
        </p:txBody>
      </p:sp>
      <p:sp>
        <p:nvSpPr>
          <p:cNvPr id="13" name="Text 9"/>
          <p:cNvSpPr/>
          <p:nvPr/>
        </p:nvSpPr>
        <p:spPr>
          <a:xfrm>
            <a:off x="3447288" y="3026664"/>
            <a:ext cx="2386584" cy="274320"/>
          </a:xfrm>
          <a:prstGeom prst="rect">
            <a:avLst/>
          </a:prstGeom>
          <a:noFill/>
          <a:ln/>
        </p:spPr>
        <p:txBody>
          <a:bodyPr wrap="square" lIns="0" tIns="0" rIns="0" bIns="0" rtlCol="0" anchor="ctr"/>
          <a:lstStyle/>
          <a:p>
            <a:pPr marL="0" indent="0" algn="ctr">
              <a:buNone/>
            </a:pPr>
            <a:r>
              <a:rPr lang="en-US" sz="950" dirty="0">
                <a:solidFill>
                  <a:srgbClr val="8A96B2"/>
                </a:solidFill>
                <a:latin typeface="Calibri" pitchFamily="34" charset="0"/>
                <a:ea typeface="Calibri" pitchFamily="34" charset="-122"/>
                <a:cs typeface="Calibri" pitchFamily="34" charset="-120"/>
              </a:rPr>
              <a:t>Development environment</a:t>
            </a:r>
            <a:endParaRPr lang="en-US" sz="950" dirty="0"/>
          </a:p>
        </p:txBody>
      </p:sp>
      <p:sp>
        <p:nvSpPr>
          <p:cNvPr id="14" name="Shape 10"/>
          <p:cNvSpPr/>
          <p:nvPr/>
        </p:nvSpPr>
        <p:spPr>
          <a:xfrm>
            <a:off x="6144768" y="1417320"/>
            <a:ext cx="2679192" cy="1938528"/>
          </a:xfrm>
          <a:prstGeom prst="roundRect">
            <a:avLst>
              <a:gd name="adj" fmla="val 4245"/>
            </a:avLst>
          </a:prstGeom>
          <a:solidFill>
            <a:srgbClr val="16352E"/>
          </a:solidFill>
          <a:ln w="15875">
            <a:solidFill>
              <a:srgbClr val="2DD4BF"/>
            </a:solidFill>
            <a:prstDash val="solid"/>
          </a:ln>
        </p:spPr>
      </p:sp>
      <p:sp>
        <p:nvSpPr>
          <p:cNvPr id="15" name="Shape 11"/>
          <p:cNvSpPr/>
          <p:nvPr/>
        </p:nvSpPr>
        <p:spPr>
          <a:xfrm>
            <a:off x="7228332" y="1636776"/>
            <a:ext cx="512064" cy="512064"/>
          </a:xfrm>
          <a:prstGeom prst="ellipse">
            <a:avLst/>
          </a:prstGeom>
          <a:solidFill>
            <a:srgbClr val="2DD4BF"/>
          </a:solidFill>
          <a:ln/>
        </p:spPr>
      </p:sp>
      <p:pic>
        <p:nvPicPr>
          <p:cNvPr id="16" name="Image 2" descr="/home/claude/logproj/icons/layers.png"/>
          <p:cNvPicPr>
            <a:picLocks noChangeAspect="1"/>
          </p:cNvPicPr>
          <p:nvPr/>
        </p:nvPicPr>
        <p:blipFill>
          <a:blip r:embed="rId5"/>
          <a:stretch>
            <a:fillRect/>
          </a:stretch>
        </p:blipFill>
        <p:spPr>
          <a:xfrm>
            <a:off x="7360920" y="1769364"/>
            <a:ext cx="246888" cy="246888"/>
          </a:xfrm>
          <a:prstGeom prst="rect">
            <a:avLst/>
          </a:prstGeom>
        </p:spPr>
      </p:pic>
      <p:sp>
        <p:nvSpPr>
          <p:cNvPr id="17" name="Text 12"/>
          <p:cNvSpPr/>
          <p:nvPr/>
        </p:nvSpPr>
        <p:spPr>
          <a:xfrm>
            <a:off x="6291072" y="2313432"/>
            <a:ext cx="2386584" cy="658368"/>
          </a:xfrm>
          <a:prstGeom prst="rect">
            <a:avLst/>
          </a:prstGeom>
          <a:noFill/>
          <a:ln/>
        </p:spPr>
        <p:txBody>
          <a:bodyPr wrap="square" lIns="0" tIns="0" rIns="0" bIns="0" rtlCol="0" anchor="t"/>
          <a:lstStyle/>
          <a:p>
            <a:pPr marL="0" indent="0" algn="ctr">
              <a:lnSpc>
                <a:spcPct val="110000"/>
              </a:lnSpc>
              <a:buNone/>
            </a:pPr>
            <a:r>
              <a:rPr lang="en-US" sz="1150" b="1" dirty="0">
                <a:solidFill>
                  <a:srgbClr val="EAF0F7"/>
                </a:solidFill>
                <a:latin typeface="Calibri" pitchFamily="34" charset="0"/>
                <a:ea typeface="Calibri" pitchFamily="34" charset="-122"/>
                <a:cs typeface="Calibri" pitchFamily="34" charset="-120"/>
              </a:rPr>
              <a:t>HashMap, ArrayList, HashSet,</a:t>
            </a:r>
            <a:endParaRPr lang="en-US" sz="1150" dirty="0"/>
          </a:p>
          <a:p>
            <a:pPr marL="0" indent="0" algn="ctr">
              <a:lnSpc>
                <a:spcPct val="110000"/>
              </a:lnSpc>
              <a:buNone/>
            </a:pPr>
            <a:r>
              <a:rPr lang="en-US" sz="1150" b="1" dirty="0">
                <a:solidFill>
                  <a:srgbClr val="EAF0F7"/>
                </a:solidFill>
                <a:latin typeface="Calibri" pitchFamily="34" charset="0"/>
                <a:ea typeface="Calibri" pitchFamily="34" charset="-122"/>
                <a:cs typeface="Calibri" pitchFamily="34" charset="-120"/>
              </a:rPr>
              <a:t>Priority Queue, Trie</a:t>
            </a:r>
            <a:endParaRPr lang="en-US" sz="1150" dirty="0"/>
          </a:p>
        </p:txBody>
      </p:sp>
      <p:sp>
        <p:nvSpPr>
          <p:cNvPr id="18" name="Text 13"/>
          <p:cNvSpPr/>
          <p:nvPr/>
        </p:nvSpPr>
        <p:spPr>
          <a:xfrm>
            <a:off x="6291072" y="3026664"/>
            <a:ext cx="2386584" cy="274320"/>
          </a:xfrm>
          <a:prstGeom prst="rect">
            <a:avLst/>
          </a:prstGeom>
          <a:noFill/>
          <a:ln/>
        </p:spPr>
        <p:txBody>
          <a:bodyPr wrap="square" lIns="0" tIns="0" rIns="0" bIns="0" rtlCol="0" anchor="ctr"/>
          <a:lstStyle/>
          <a:p>
            <a:pPr marL="0" indent="0" algn="ctr">
              <a:buNone/>
            </a:pPr>
            <a:r>
              <a:rPr lang="en-US" sz="950" dirty="0">
                <a:solidFill>
                  <a:srgbClr val="2DD4BF"/>
                </a:solidFill>
                <a:latin typeface="Calibri" pitchFamily="34" charset="0"/>
                <a:ea typeface="Calibri" pitchFamily="34" charset="-122"/>
                <a:cs typeface="Calibri" pitchFamily="34" charset="-120"/>
              </a:rPr>
              <a:t>Data structures</a:t>
            </a:r>
            <a:endParaRPr lang="en-US" sz="950" dirty="0"/>
          </a:p>
        </p:txBody>
      </p:sp>
      <p:sp>
        <p:nvSpPr>
          <p:cNvPr id="19" name="Shape 14"/>
          <p:cNvSpPr/>
          <p:nvPr/>
        </p:nvSpPr>
        <p:spPr>
          <a:xfrm>
            <a:off x="8988552" y="1417320"/>
            <a:ext cx="2679192" cy="1938528"/>
          </a:xfrm>
          <a:prstGeom prst="roundRect">
            <a:avLst>
              <a:gd name="adj" fmla="val 4245"/>
            </a:avLst>
          </a:prstGeom>
          <a:solidFill>
            <a:srgbClr val="16352E"/>
          </a:solidFill>
          <a:ln w="15875">
            <a:solidFill>
              <a:srgbClr val="2DD4BF"/>
            </a:solidFill>
            <a:prstDash val="solid"/>
          </a:ln>
        </p:spPr>
      </p:sp>
      <p:sp>
        <p:nvSpPr>
          <p:cNvPr id="20" name="Shape 15"/>
          <p:cNvSpPr/>
          <p:nvPr/>
        </p:nvSpPr>
        <p:spPr>
          <a:xfrm>
            <a:off x="10072116" y="1636776"/>
            <a:ext cx="512064" cy="512064"/>
          </a:xfrm>
          <a:prstGeom prst="ellipse">
            <a:avLst/>
          </a:prstGeom>
          <a:solidFill>
            <a:srgbClr val="2DD4BF"/>
          </a:solidFill>
          <a:ln/>
        </p:spPr>
      </p:sp>
      <p:pic>
        <p:nvPicPr>
          <p:cNvPr id="21" name="Image 3" descr="/home/claude/logproj/icons/search.png"/>
          <p:cNvPicPr>
            <a:picLocks noChangeAspect="1"/>
          </p:cNvPicPr>
          <p:nvPr/>
        </p:nvPicPr>
        <p:blipFill>
          <a:blip r:embed="rId6"/>
          <a:stretch>
            <a:fillRect/>
          </a:stretch>
        </p:blipFill>
        <p:spPr>
          <a:xfrm>
            <a:off x="10204704" y="1769364"/>
            <a:ext cx="246888" cy="246888"/>
          </a:xfrm>
          <a:prstGeom prst="rect">
            <a:avLst/>
          </a:prstGeom>
        </p:spPr>
      </p:pic>
      <p:sp>
        <p:nvSpPr>
          <p:cNvPr id="22" name="Text 16"/>
          <p:cNvSpPr/>
          <p:nvPr/>
        </p:nvSpPr>
        <p:spPr>
          <a:xfrm>
            <a:off x="9134856" y="2313432"/>
            <a:ext cx="2386584" cy="658368"/>
          </a:xfrm>
          <a:prstGeom prst="rect">
            <a:avLst/>
          </a:prstGeom>
          <a:noFill/>
          <a:ln/>
        </p:spPr>
        <p:txBody>
          <a:bodyPr wrap="square" lIns="0" tIns="0" rIns="0" bIns="0" rtlCol="0" anchor="t"/>
          <a:lstStyle/>
          <a:p>
            <a:pPr marL="0" indent="0" algn="ctr">
              <a:lnSpc>
                <a:spcPct val="110000"/>
              </a:lnSpc>
              <a:buNone/>
            </a:pPr>
            <a:r>
              <a:rPr lang="en-US" sz="1150" b="1" dirty="0">
                <a:solidFill>
                  <a:srgbClr val="EAF0F7"/>
                </a:solidFill>
                <a:latin typeface="Calibri" pitchFamily="34" charset="0"/>
                <a:ea typeface="Calibri" pitchFamily="34" charset="-122"/>
                <a:cs typeface="Calibri" pitchFamily="34" charset="-120"/>
              </a:rPr>
              <a:t>KMP, Rabin-Karp,</a:t>
            </a:r>
            <a:endParaRPr lang="en-US" sz="1150" dirty="0"/>
          </a:p>
          <a:p>
            <a:pPr marL="0" indent="0" algn="ctr">
              <a:lnSpc>
                <a:spcPct val="110000"/>
              </a:lnSpc>
              <a:buNone/>
            </a:pPr>
            <a:r>
              <a:rPr lang="en-US" sz="1150" b="1" dirty="0">
                <a:solidFill>
                  <a:srgbClr val="EAF0F7"/>
                </a:solidFill>
                <a:latin typeface="Calibri" pitchFamily="34" charset="0"/>
                <a:ea typeface="Calibri" pitchFamily="34" charset="-122"/>
                <a:cs typeface="Calibri" pitchFamily="34" charset="-120"/>
              </a:rPr>
              <a:t>Edit Distance</a:t>
            </a:r>
            <a:endParaRPr lang="en-US" sz="1150" dirty="0"/>
          </a:p>
        </p:txBody>
      </p:sp>
      <p:sp>
        <p:nvSpPr>
          <p:cNvPr id="23" name="Text 17"/>
          <p:cNvSpPr/>
          <p:nvPr/>
        </p:nvSpPr>
        <p:spPr>
          <a:xfrm>
            <a:off x="9134856" y="3026664"/>
            <a:ext cx="2386584" cy="274320"/>
          </a:xfrm>
          <a:prstGeom prst="rect">
            <a:avLst/>
          </a:prstGeom>
          <a:noFill/>
          <a:ln/>
        </p:spPr>
        <p:txBody>
          <a:bodyPr wrap="square" lIns="0" tIns="0" rIns="0" bIns="0" rtlCol="0" anchor="ctr"/>
          <a:lstStyle/>
          <a:p>
            <a:pPr marL="0" indent="0" algn="ctr">
              <a:buNone/>
            </a:pPr>
            <a:r>
              <a:rPr lang="en-US" sz="950" dirty="0">
                <a:solidFill>
                  <a:srgbClr val="2DD4BF"/>
                </a:solidFill>
                <a:latin typeface="Calibri" pitchFamily="34" charset="0"/>
                <a:ea typeface="Calibri" pitchFamily="34" charset="-122"/>
                <a:cs typeface="Calibri" pitchFamily="34" charset="-120"/>
              </a:rPr>
              <a:t>Core algorithms</a:t>
            </a:r>
            <a:endParaRPr lang="en-US" sz="950" dirty="0"/>
          </a:p>
        </p:txBody>
      </p:sp>
      <p:sp>
        <p:nvSpPr>
          <p:cNvPr id="24" name="Shape 18"/>
          <p:cNvSpPr/>
          <p:nvPr/>
        </p:nvSpPr>
        <p:spPr>
          <a:xfrm>
            <a:off x="457200" y="3557016"/>
            <a:ext cx="2679192" cy="1938528"/>
          </a:xfrm>
          <a:prstGeom prst="roundRect">
            <a:avLst>
              <a:gd name="adj" fmla="val 4245"/>
            </a:avLst>
          </a:prstGeom>
          <a:solidFill>
            <a:srgbClr val="121B2E"/>
          </a:solidFill>
          <a:ln w="9525">
            <a:solidFill>
              <a:srgbClr val="24304A"/>
            </a:solidFill>
            <a:prstDash val="solid"/>
          </a:ln>
        </p:spPr>
      </p:sp>
      <p:sp>
        <p:nvSpPr>
          <p:cNvPr id="25" name="Shape 19"/>
          <p:cNvSpPr/>
          <p:nvPr/>
        </p:nvSpPr>
        <p:spPr>
          <a:xfrm>
            <a:off x="1540764" y="3776472"/>
            <a:ext cx="512064" cy="512064"/>
          </a:xfrm>
          <a:prstGeom prst="ellipse">
            <a:avLst/>
          </a:prstGeom>
          <a:solidFill>
            <a:srgbClr val="16223A"/>
          </a:solidFill>
          <a:ln/>
        </p:spPr>
      </p:sp>
      <p:pic>
        <p:nvPicPr>
          <p:cNvPr id="26" name="Image 4" descr="/home/claude/logproj/icons/fileText.png"/>
          <p:cNvPicPr>
            <a:picLocks noChangeAspect="1"/>
          </p:cNvPicPr>
          <p:nvPr/>
        </p:nvPicPr>
        <p:blipFill>
          <a:blip r:embed="rId7"/>
          <a:stretch>
            <a:fillRect/>
          </a:stretch>
        </p:blipFill>
        <p:spPr>
          <a:xfrm>
            <a:off x="1673352" y="3909060"/>
            <a:ext cx="246888" cy="246888"/>
          </a:xfrm>
          <a:prstGeom prst="rect">
            <a:avLst/>
          </a:prstGeom>
        </p:spPr>
      </p:pic>
      <p:sp>
        <p:nvSpPr>
          <p:cNvPr id="27" name="Text 20"/>
          <p:cNvSpPr/>
          <p:nvPr/>
        </p:nvSpPr>
        <p:spPr>
          <a:xfrm>
            <a:off x="603504" y="4453128"/>
            <a:ext cx="2386584" cy="658368"/>
          </a:xfrm>
          <a:prstGeom prst="rect">
            <a:avLst/>
          </a:prstGeom>
          <a:noFill/>
          <a:ln/>
        </p:spPr>
        <p:txBody>
          <a:bodyPr wrap="square" lIns="0" tIns="0" rIns="0" bIns="0" rtlCol="0" anchor="t"/>
          <a:lstStyle/>
          <a:p>
            <a:pPr marL="0" indent="0" algn="ctr">
              <a:lnSpc>
                <a:spcPct val="110000"/>
              </a:lnSpc>
              <a:buNone/>
            </a:pPr>
            <a:r>
              <a:rPr lang="en-US" sz="1150" b="1" dirty="0">
                <a:solidFill>
                  <a:srgbClr val="EAF0F7"/>
                </a:solidFill>
                <a:latin typeface="Calibri" pitchFamily="34" charset="0"/>
                <a:ea typeface="Calibri" pitchFamily="34" charset="-122"/>
                <a:cs typeface="Calibri" pitchFamily="34" charset="-120"/>
              </a:rPr>
              <a:t>TXT / CSV</a:t>
            </a:r>
            <a:endParaRPr lang="en-US" sz="1150" dirty="0"/>
          </a:p>
        </p:txBody>
      </p:sp>
      <p:sp>
        <p:nvSpPr>
          <p:cNvPr id="28" name="Text 21"/>
          <p:cNvSpPr/>
          <p:nvPr/>
        </p:nvSpPr>
        <p:spPr>
          <a:xfrm>
            <a:off x="603504" y="5166360"/>
            <a:ext cx="2386584" cy="274320"/>
          </a:xfrm>
          <a:prstGeom prst="rect">
            <a:avLst/>
          </a:prstGeom>
          <a:noFill/>
          <a:ln/>
        </p:spPr>
        <p:txBody>
          <a:bodyPr wrap="square" lIns="0" tIns="0" rIns="0" bIns="0" rtlCol="0" anchor="ctr"/>
          <a:lstStyle/>
          <a:p>
            <a:pPr marL="0" indent="0" algn="ctr">
              <a:buNone/>
            </a:pPr>
            <a:r>
              <a:rPr lang="en-US" sz="950" dirty="0">
                <a:solidFill>
                  <a:srgbClr val="8A96B2"/>
                </a:solidFill>
                <a:latin typeface="Calibri" pitchFamily="34" charset="0"/>
                <a:ea typeface="Calibri" pitchFamily="34" charset="-122"/>
                <a:cs typeface="Calibri" pitchFamily="34" charset="-120"/>
              </a:rPr>
              <a:t>Log data files</a:t>
            </a:r>
            <a:endParaRPr lang="en-US" sz="950" dirty="0"/>
          </a:p>
        </p:txBody>
      </p:sp>
      <p:sp>
        <p:nvSpPr>
          <p:cNvPr id="29" name="Shape 22"/>
          <p:cNvSpPr/>
          <p:nvPr/>
        </p:nvSpPr>
        <p:spPr>
          <a:xfrm>
            <a:off x="3300984" y="3557016"/>
            <a:ext cx="2679192" cy="1938528"/>
          </a:xfrm>
          <a:prstGeom prst="roundRect">
            <a:avLst>
              <a:gd name="adj" fmla="val 4245"/>
            </a:avLst>
          </a:prstGeom>
          <a:solidFill>
            <a:srgbClr val="121B2E"/>
          </a:solidFill>
          <a:ln w="9525">
            <a:solidFill>
              <a:srgbClr val="24304A"/>
            </a:solidFill>
            <a:prstDash val="solid"/>
          </a:ln>
        </p:spPr>
      </p:sp>
      <p:sp>
        <p:nvSpPr>
          <p:cNvPr id="30" name="Shape 23"/>
          <p:cNvSpPr/>
          <p:nvPr/>
        </p:nvSpPr>
        <p:spPr>
          <a:xfrm>
            <a:off x="4384548" y="3776472"/>
            <a:ext cx="512064" cy="512064"/>
          </a:xfrm>
          <a:prstGeom prst="ellipse">
            <a:avLst/>
          </a:prstGeom>
          <a:solidFill>
            <a:srgbClr val="16223A"/>
          </a:solidFill>
          <a:ln/>
        </p:spPr>
      </p:sp>
      <p:pic>
        <p:nvPicPr>
          <p:cNvPr id="31" name="Image 5" descr="/home/claude/logproj/icons/database.png"/>
          <p:cNvPicPr>
            <a:picLocks noChangeAspect="1"/>
          </p:cNvPicPr>
          <p:nvPr/>
        </p:nvPicPr>
        <p:blipFill>
          <a:blip r:embed="rId8"/>
          <a:stretch>
            <a:fillRect/>
          </a:stretch>
        </p:blipFill>
        <p:spPr>
          <a:xfrm>
            <a:off x="4517136" y="3909060"/>
            <a:ext cx="246888" cy="246888"/>
          </a:xfrm>
          <a:prstGeom prst="rect">
            <a:avLst/>
          </a:prstGeom>
        </p:spPr>
      </p:pic>
      <p:sp>
        <p:nvSpPr>
          <p:cNvPr id="32" name="Text 24"/>
          <p:cNvSpPr/>
          <p:nvPr/>
        </p:nvSpPr>
        <p:spPr>
          <a:xfrm>
            <a:off x="3447288" y="4453128"/>
            <a:ext cx="2386584" cy="658368"/>
          </a:xfrm>
          <a:prstGeom prst="rect">
            <a:avLst/>
          </a:prstGeom>
          <a:noFill/>
          <a:ln/>
        </p:spPr>
        <p:txBody>
          <a:bodyPr wrap="square" lIns="0" tIns="0" rIns="0" bIns="0" rtlCol="0" anchor="t"/>
          <a:lstStyle/>
          <a:p>
            <a:pPr marL="0" indent="0" algn="ctr">
              <a:lnSpc>
                <a:spcPct val="110000"/>
              </a:lnSpc>
              <a:buNone/>
            </a:pPr>
            <a:r>
              <a:rPr lang="en-US" sz="1150" b="1" dirty="0">
                <a:solidFill>
                  <a:srgbClr val="EAF0F7"/>
                </a:solidFill>
                <a:latin typeface="Calibri" pitchFamily="34" charset="0"/>
                <a:ea typeface="Calibri" pitchFamily="34" charset="-122"/>
                <a:cs typeface="Calibri" pitchFamily="34" charset="-120"/>
              </a:rPr>
              <a:t>MySQL / SQLite</a:t>
            </a:r>
            <a:endParaRPr lang="en-US" sz="1150" dirty="0"/>
          </a:p>
        </p:txBody>
      </p:sp>
      <p:sp>
        <p:nvSpPr>
          <p:cNvPr id="33" name="Text 25"/>
          <p:cNvSpPr/>
          <p:nvPr/>
        </p:nvSpPr>
        <p:spPr>
          <a:xfrm>
            <a:off x="3447288" y="5166360"/>
            <a:ext cx="2386584" cy="274320"/>
          </a:xfrm>
          <a:prstGeom prst="rect">
            <a:avLst/>
          </a:prstGeom>
          <a:noFill/>
          <a:ln/>
        </p:spPr>
        <p:txBody>
          <a:bodyPr wrap="square" lIns="0" tIns="0" rIns="0" bIns="0" rtlCol="0" anchor="ctr"/>
          <a:lstStyle/>
          <a:p>
            <a:pPr marL="0" indent="0" algn="ctr">
              <a:buNone/>
            </a:pPr>
            <a:r>
              <a:rPr lang="en-US" sz="950" dirty="0">
                <a:solidFill>
                  <a:srgbClr val="8A96B2"/>
                </a:solidFill>
                <a:latin typeface="Calibri" pitchFamily="34" charset="0"/>
                <a:ea typeface="Calibri" pitchFamily="34" charset="-122"/>
                <a:cs typeface="Calibri" pitchFamily="34" charset="-120"/>
              </a:rPr>
              <a:t>Optional data storage</a:t>
            </a:r>
            <a:endParaRPr lang="en-US" sz="950" dirty="0"/>
          </a:p>
        </p:txBody>
      </p:sp>
      <p:sp>
        <p:nvSpPr>
          <p:cNvPr id="34" name="Shape 26"/>
          <p:cNvSpPr/>
          <p:nvPr/>
        </p:nvSpPr>
        <p:spPr>
          <a:xfrm>
            <a:off x="6144768" y="3557016"/>
            <a:ext cx="2679192" cy="1938528"/>
          </a:xfrm>
          <a:prstGeom prst="roundRect">
            <a:avLst>
              <a:gd name="adj" fmla="val 4245"/>
            </a:avLst>
          </a:prstGeom>
          <a:solidFill>
            <a:srgbClr val="121B2E"/>
          </a:solidFill>
          <a:ln w="9525">
            <a:solidFill>
              <a:srgbClr val="24304A"/>
            </a:solidFill>
            <a:prstDash val="solid"/>
          </a:ln>
        </p:spPr>
      </p:sp>
      <p:sp>
        <p:nvSpPr>
          <p:cNvPr id="35" name="Shape 27"/>
          <p:cNvSpPr/>
          <p:nvPr/>
        </p:nvSpPr>
        <p:spPr>
          <a:xfrm>
            <a:off x="7228332" y="3776472"/>
            <a:ext cx="512064" cy="512064"/>
          </a:xfrm>
          <a:prstGeom prst="ellipse">
            <a:avLst/>
          </a:prstGeom>
          <a:solidFill>
            <a:srgbClr val="16223A"/>
          </a:solidFill>
          <a:ln/>
        </p:spPr>
      </p:sp>
      <p:pic>
        <p:nvPicPr>
          <p:cNvPr id="36" name="Image 6" descr="/home/claude/logproj/icons/cpu.png"/>
          <p:cNvPicPr>
            <a:picLocks noChangeAspect="1"/>
          </p:cNvPicPr>
          <p:nvPr/>
        </p:nvPicPr>
        <p:blipFill>
          <a:blip r:embed="rId9"/>
          <a:stretch>
            <a:fillRect/>
          </a:stretch>
        </p:blipFill>
        <p:spPr>
          <a:xfrm>
            <a:off x="7360920" y="3909060"/>
            <a:ext cx="246888" cy="246888"/>
          </a:xfrm>
          <a:prstGeom prst="rect">
            <a:avLst/>
          </a:prstGeom>
        </p:spPr>
      </p:pic>
      <p:sp>
        <p:nvSpPr>
          <p:cNvPr id="37" name="Text 28"/>
          <p:cNvSpPr/>
          <p:nvPr/>
        </p:nvSpPr>
        <p:spPr>
          <a:xfrm>
            <a:off x="6291072" y="4453128"/>
            <a:ext cx="2386584" cy="658368"/>
          </a:xfrm>
          <a:prstGeom prst="rect">
            <a:avLst/>
          </a:prstGeom>
          <a:noFill/>
          <a:ln/>
        </p:spPr>
        <p:txBody>
          <a:bodyPr wrap="square" lIns="0" tIns="0" rIns="0" bIns="0" rtlCol="0" anchor="t"/>
          <a:lstStyle/>
          <a:p>
            <a:pPr marL="0" indent="0" algn="ctr">
              <a:lnSpc>
                <a:spcPct val="110000"/>
              </a:lnSpc>
              <a:buNone/>
            </a:pPr>
            <a:r>
              <a:rPr lang="en-US" sz="1150" b="1" dirty="0">
                <a:solidFill>
                  <a:srgbClr val="EAF0F7"/>
                </a:solidFill>
                <a:latin typeface="Calibri" pitchFamily="34" charset="0"/>
                <a:ea typeface="Calibri" pitchFamily="34" charset="-122"/>
                <a:cs typeface="Calibri" pitchFamily="34" charset="-120"/>
              </a:rPr>
              <a:t>HTML, CSS, JavaScript</a:t>
            </a:r>
            <a:endParaRPr lang="en-US" sz="1150" dirty="0"/>
          </a:p>
        </p:txBody>
      </p:sp>
      <p:sp>
        <p:nvSpPr>
          <p:cNvPr id="38" name="Text 29"/>
          <p:cNvSpPr/>
          <p:nvPr/>
        </p:nvSpPr>
        <p:spPr>
          <a:xfrm>
            <a:off x="6291072" y="5166360"/>
            <a:ext cx="2386584" cy="274320"/>
          </a:xfrm>
          <a:prstGeom prst="rect">
            <a:avLst/>
          </a:prstGeom>
          <a:noFill/>
          <a:ln/>
        </p:spPr>
        <p:txBody>
          <a:bodyPr wrap="square" lIns="0" tIns="0" rIns="0" bIns="0" rtlCol="0" anchor="ctr"/>
          <a:lstStyle/>
          <a:p>
            <a:pPr marL="0" indent="0" algn="ctr">
              <a:buNone/>
            </a:pPr>
            <a:r>
              <a:rPr lang="en-US" sz="950" dirty="0">
                <a:solidFill>
                  <a:srgbClr val="8A96B2"/>
                </a:solidFill>
                <a:latin typeface="Calibri" pitchFamily="34" charset="0"/>
                <a:ea typeface="Calibri" pitchFamily="34" charset="-122"/>
                <a:cs typeface="Calibri" pitchFamily="34" charset="-120"/>
              </a:rPr>
              <a:t>Optional interface</a:t>
            </a:r>
            <a:endParaRPr lang="en-US" sz="950" dirty="0"/>
          </a:p>
        </p:txBody>
      </p:sp>
      <p:sp>
        <p:nvSpPr>
          <p:cNvPr id="39" name="Shape 30"/>
          <p:cNvSpPr/>
          <p:nvPr/>
        </p:nvSpPr>
        <p:spPr>
          <a:xfrm>
            <a:off x="8988552" y="3557016"/>
            <a:ext cx="2679192" cy="1938528"/>
          </a:xfrm>
          <a:prstGeom prst="roundRect">
            <a:avLst>
              <a:gd name="adj" fmla="val 4245"/>
            </a:avLst>
          </a:prstGeom>
          <a:solidFill>
            <a:srgbClr val="121B2E"/>
          </a:solidFill>
          <a:ln w="9525">
            <a:solidFill>
              <a:srgbClr val="24304A"/>
            </a:solidFill>
            <a:prstDash val="solid"/>
          </a:ln>
        </p:spPr>
      </p:sp>
      <p:sp>
        <p:nvSpPr>
          <p:cNvPr id="40" name="Shape 31"/>
          <p:cNvSpPr/>
          <p:nvPr/>
        </p:nvSpPr>
        <p:spPr>
          <a:xfrm>
            <a:off x="10072116" y="3776472"/>
            <a:ext cx="512064" cy="512064"/>
          </a:xfrm>
          <a:prstGeom prst="ellipse">
            <a:avLst/>
          </a:prstGeom>
          <a:solidFill>
            <a:srgbClr val="16223A"/>
          </a:solidFill>
          <a:ln/>
        </p:spPr>
      </p:sp>
      <p:pic>
        <p:nvPicPr>
          <p:cNvPr id="41" name="Image 7" descr="/home/claude/logproj/icons/gitBranch.png"/>
          <p:cNvPicPr>
            <a:picLocks noChangeAspect="1"/>
          </p:cNvPicPr>
          <p:nvPr/>
        </p:nvPicPr>
        <p:blipFill>
          <a:blip r:embed="rId10"/>
          <a:stretch>
            <a:fillRect/>
          </a:stretch>
        </p:blipFill>
        <p:spPr>
          <a:xfrm>
            <a:off x="10204704" y="3909060"/>
            <a:ext cx="246888" cy="246888"/>
          </a:xfrm>
          <a:prstGeom prst="rect">
            <a:avLst/>
          </a:prstGeom>
        </p:spPr>
      </p:pic>
      <p:sp>
        <p:nvSpPr>
          <p:cNvPr id="42" name="Text 32"/>
          <p:cNvSpPr/>
          <p:nvPr/>
        </p:nvSpPr>
        <p:spPr>
          <a:xfrm>
            <a:off x="9134856" y="4453128"/>
            <a:ext cx="2386584" cy="658368"/>
          </a:xfrm>
          <a:prstGeom prst="rect">
            <a:avLst/>
          </a:prstGeom>
          <a:noFill/>
          <a:ln/>
        </p:spPr>
        <p:txBody>
          <a:bodyPr wrap="square" lIns="0" tIns="0" rIns="0" bIns="0" rtlCol="0" anchor="t"/>
          <a:lstStyle/>
          <a:p>
            <a:pPr marL="0" indent="0" algn="ctr">
              <a:lnSpc>
                <a:spcPct val="110000"/>
              </a:lnSpc>
              <a:buNone/>
            </a:pPr>
            <a:r>
              <a:rPr lang="en-US" sz="1150" b="1" dirty="0">
                <a:solidFill>
                  <a:srgbClr val="EAF0F7"/>
                </a:solidFill>
                <a:latin typeface="Calibri" pitchFamily="34" charset="0"/>
                <a:ea typeface="Calibri" pitchFamily="34" charset="-122"/>
                <a:cs typeface="Calibri" pitchFamily="34" charset="-120"/>
              </a:rPr>
              <a:t>Git / GitHub</a:t>
            </a:r>
            <a:endParaRPr lang="en-US" sz="1150" dirty="0"/>
          </a:p>
        </p:txBody>
      </p:sp>
      <p:sp>
        <p:nvSpPr>
          <p:cNvPr id="43" name="Text 33"/>
          <p:cNvSpPr/>
          <p:nvPr/>
        </p:nvSpPr>
        <p:spPr>
          <a:xfrm>
            <a:off x="9134856" y="5166360"/>
            <a:ext cx="2386584" cy="274320"/>
          </a:xfrm>
          <a:prstGeom prst="rect">
            <a:avLst/>
          </a:prstGeom>
          <a:noFill/>
          <a:ln/>
        </p:spPr>
        <p:txBody>
          <a:bodyPr wrap="square" lIns="0" tIns="0" rIns="0" bIns="0" rtlCol="0" anchor="ctr"/>
          <a:lstStyle/>
          <a:p>
            <a:pPr marL="0" indent="0" algn="ctr">
              <a:buNone/>
            </a:pPr>
            <a:r>
              <a:rPr lang="en-US" sz="950" dirty="0">
                <a:solidFill>
                  <a:srgbClr val="8A96B2"/>
                </a:solidFill>
                <a:latin typeface="Calibri" pitchFamily="34" charset="0"/>
                <a:ea typeface="Calibri" pitchFamily="34" charset="-122"/>
                <a:cs typeface="Calibri" pitchFamily="34" charset="-120"/>
              </a:rPr>
              <a:t>Code management</a:t>
            </a:r>
            <a:endParaRPr lang="en-US" sz="950" dirty="0"/>
          </a:p>
        </p:txBody>
      </p:sp>
      <p:sp>
        <p:nvSpPr>
          <p:cNvPr id="45" name="Text 35"/>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8A96B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A"/>
        </a:solidFill>
        <a:effectLst/>
      </p:bgPr>
    </p:bg>
    <p:spTree>
      <p:nvGrpSpPr>
        <p:cNvPr id="1" name=""/>
        <p:cNvGrpSpPr/>
        <p:nvPr/>
      </p:nvGrpSpPr>
      <p:grpSpPr>
        <a:xfrm>
          <a:off x="0" y="0"/>
          <a:ext cx="0" cy="0"/>
          <a:chOff x="0" y="0"/>
          <a:chExt cx="0" cy="0"/>
        </a:xfrm>
      </p:grpSpPr>
      <p:sp>
        <p:nvSpPr>
          <p:cNvPr id="3" name="Text 1"/>
          <p:cNvSpPr/>
          <p:nvPr/>
        </p:nvSpPr>
        <p:spPr>
          <a:xfrm>
            <a:off x="457200" y="658368"/>
            <a:ext cx="7315200" cy="548640"/>
          </a:xfrm>
          <a:prstGeom prst="rect">
            <a:avLst/>
          </a:prstGeom>
          <a:noFill/>
          <a:ln/>
        </p:spPr>
        <p:txBody>
          <a:bodyPr wrap="square" lIns="0" tIns="0" rIns="0" bIns="0" rtlCol="0" anchor="ctr"/>
          <a:lstStyle/>
          <a:p>
            <a:pPr marL="0" indent="0">
              <a:buNone/>
            </a:pPr>
            <a:r>
              <a:rPr lang="en-US" sz="3000" b="1" dirty="0">
                <a:solidFill>
                  <a:srgbClr val="EAF0F7"/>
                </a:solidFill>
                <a:latin typeface="Cambria" pitchFamily="34" charset="0"/>
                <a:ea typeface="Cambria" pitchFamily="34" charset="-122"/>
                <a:cs typeface="Cambria" pitchFamily="34" charset="-120"/>
              </a:rPr>
              <a:t>Expected Outcome</a:t>
            </a:r>
            <a:endParaRPr lang="en-US" sz="3000" dirty="0"/>
          </a:p>
        </p:txBody>
      </p:sp>
      <p:sp>
        <p:nvSpPr>
          <p:cNvPr id="4" name="Shape 2"/>
          <p:cNvSpPr/>
          <p:nvPr/>
        </p:nvSpPr>
        <p:spPr>
          <a:xfrm>
            <a:off x="457200" y="1463040"/>
            <a:ext cx="5029200" cy="4846320"/>
          </a:xfrm>
          <a:prstGeom prst="roundRect">
            <a:avLst>
              <a:gd name="adj" fmla="val 1887"/>
            </a:avLst>
          </a:prstGeom>
          <a:solidFill>
            <a:srgbClr val="121B2E"/>
          </a:solidFill>
          <a:ln w="9525">
            <a:solidFill>
              <a:srgbClr val="24304A"/>
            </a:solidFill>
            <a:prstDash val="solid"/>
          </a:ln>
        </p:spPr>
      </p:sp>
      <p:sp>
        <p:nvSpPr>
          <p:cNvPr id="5" name="Shape 3"/>
          <p:cNvSpPr/>
          <p:nvPr/>
        </p:nvSpPr>
        <p:spPr>
          <a:xfrm>
            <a:off x="777240" y="1783080"/>
            <a:ext cx="566928" cy="566928"/>
          </a:xfrm>
          <a:prstGeom prst="ellipse">
            <a:avLst/>
          </a:prstGeom>
          <a:solidFill>
            <a:srgbClr val="16223A"/>
          </a:solidFill>
          <a:ln/>
        </p:spPr>
      </p:sp>
      <p:pic>
        <p:nvPicPr>
          <p:cNvPr id="6" name="Image 0" descr="/home/claude/logproj/icons/trendingUp.png"/>
          <p:cNvPicPr>
            <a:picLocks noChangeAspect="1"/>
          </p:cNvPicPr>
          <p:nvPr/>
        </p:nvPicPr>
        <p:blipFill>
          <a:blip r:embed="rId3"/>
          <a:stretch>
            <a:fillRect/>
          </a:stretch>
        </p:blipFill>
        <p:spPr>
          <a:xfrm>
            <a:off x="923544" y="1929384"/>
            <a:ext cx="274320" cy="274320"/>
          </a:xfrm>
          <a:prstGeom prst="rect">
            <a:avLst/>
          </a:prstGeom>
        </p:spPr>
      </p:pic>
      <p:sp>
        <p:nvSpPr>
          <p:cNvPr id="7" name="Text 4"/>
          <p:cNvSpPr/>
          <p:nvPr/>
        </p:nvSpPr>
        <p:spPr>
          <a:xfrm>
            <a:off x="777240" y="2514600"/>
            <a:ext cx="4389120" cy="640080"/>
          </a:xfrm>
          <a:prstGeom prst="rect">
            <a:avLst/>
          </a:prstGeom>
          <a:noFill/>
          <a:ln/>
        </p:spPr>
        <p:txBody>
          <a:bodyPr wrap="square" lIns="0" tIns="0" rIns="0" bIns="0" rtlCol="0" anchor="ctr"/>
          <a:lstStyle/>
          <a:p>
            <a:pPr marL="0" indent="0">
              <a:lnSpc>
                <a:spcPct val="125000"/>
              </a:lnSpc>
              <a:buNone/>
            </a:pPr>
            <a:r>
              <a:rPr lang="en-US" sz="1500" b="1" dirty="0">
                <a:solidFill>
                  <a:srgbClr val="EAF0F7"/>
                </a:solidFill>
                <a:latin typeface="Calibri" pitchFamily="34" charset="0"/>
                <a:ea typeface="Calibri" pitchFamily="34" charset="-122"/>
                <a:cs typeface="Calibri" pitchFamily="34" charset="-120"/>
              </a:rPr>
              <a:t>A faster, more reliable way to make sense of large log files.</a:t>
            </a:r>
            <a:endParaRPr lang="en-US" sz="1500" dirty="0"/>
          </a:p>
        </p:txBody>
      </p:sp>
      <p:sp>
        <p:nvSpPr>
          <p:cNvPr id="8" name="Text 5"/>
          <p:cNvSpPr/>
          <p:nvPr/>
        </p:nvSpPr>
        <p:spPr>
          <a:xfrm>
            <a:off x="777240" y="3246120"/>
            <a:ext cx="4389120" cy="2651760"/>
          </a:xfrm>
          <a:prstGeom prst="rect">
            <a:avLst/>
          </a:prstGeom>
          <a:noFill/>
          <a:ln/>
        </p:spPr>
        <p:txBody>
          <a:bodyPr wrap="square" lIns="0" tIns="0" rIns="0" bIns="0" rtlCol="0" anchor="ctr"/>
          <a:lstStyle/>
          <a:p>
            <a:pPr algn="just">
              <a:lnSpc>
                <a:spcPct val="135000"/>
              </a:lnSpc>
            </a:pPr>
            <a:r>
              <a:rPr lang="en-IN" sz="1400" dirty="0">
                <a:solidFill>
                  <a:schemeClr val="bg1"/>
                </a:solidFill>
                <a:latin typeface="Times New Roman" panose="02020603050405020304" pitchFamily="18" charset="0"/>
                <a:cs typeface="Times New Roman" panose="02020603050405020304" pitchFamily="18" charset="0"/>
              </a:rPr>
              <a:t>The main goal of this project is to create a simple system that can read and </a:t>
            </a:r>
            <a:r>
              <a:rPr lang="en-IN" sz="1400" dirty="0" err="1">
                <a:solidFill>
                  <a:schemeClr val="bg1"/>
                </a:solidFill>
                <a:latin typeface="Times New Roman" panose="02020603050405020304" pitchFamily="18" charset="0"/>
                <a:cs typeface="Times New Roman" panose="02020603050405020304" pitchFamily="18" charset="0"/>
              </a:rPr>
              <a:t>analyze</a:t>
            </a:r>
            <a:r>
              <a:rPr lang="en-IN" sz="1400" dirty="0">
                <a:solidFill>
                  <a:schemeClr val="bg1"/>
                </a:solidFill>
                <a:latin typeface="Times New Roman" panose="02020603050405020304" pitchFamily="18" charset="0"/>
                <a:cs typeface="Times New Roman" panose="02020603050405020304" pitchFamily="18" charset="0"/>
              </a:rPr>
              <a:t> log files and quickly find recurring errors. The system will show which errors occur most often, how many times they appear, and which error messages are similar. It will use DSA algorithms to search and organize the log data efficiently, instead of checking thousands of log entries manually. In the end, the system will provide a clear summary of recurring errors, making it easier to understand common problems and identify the errors that need attention.</a:t>
            </a:r>
            <a:endParaRPr lang="en-US" sz="1400" dirty="0">
              <a:solidFill>
                <a:schemeClr val="bg1"/>
              </a:solidFill>
              <a:latin typeface="Times New Roman" panose="02020603050405020304" pitchFamily="18" charset="0"/>
              <a:cs typeface="Times New Roman" panose="02020603050405020304" pitchFamily="18" charset="0"/>
            </a:endParaRPr>
          </a:p>
        </p:txBody>
      </p:sp>
      <p:sp>
        <p:nvSpPr>
          <p:cNvPr id="9" name="Shape 6"/>
          <p:cNvSpPr/>
          <p:nvPr/>
        </p:nvSpPr>
        <p:spPr>
          <a:xfrm>
            <a:off x="5715000" y="1463040"/>
            <a:ext cx="5989320" cy="841248"/>
          </a:xfrm>
          <a:prstGeom prst="roundRect">
            <a:avLst>
              <a:gd name="adj" fmla="val 8696"/>
            </a:avLst>
          </a:prstGeom>
          <a:solidFill>
            <a:srgbClr val="121B2E"/>
          </a:solidFill>
          <a:ln w="9525">
            <a:solidFill>
              <a:srgbClr val="24304A"/>
            </a:solidFill>
            <a:prstDash val="solid"/>
          </a:ln>
        </p:spPr>
      </p:sp>
      <p:sp>
        <p:nvSpPr>
          <p:cNvPr id="10" name="Shape 7"/>
          <p:cNvSpPr/>
          <p:nvPr/>
        </p:nvSpPr>
        <p:spPr>
          <a:xfrm>
            <a:off x="5897880" y="1664208"/>
            <a:ext cx="438912" cy="438912"/>
          </a:xfrm>
          <a:prstGeom prst="ellipse">
            <a:avLst/>
          </a:prstGeom>
          <a:solidFill>
            <a:srgbClr val="16352E"/>
          </a:solidFill>
          <a:ln/>
        </p:spPr>
      </p:sp>
      <p:pic>
        <p:nvPicPr>
          <p:cNvPr id="11" name="Image 1" descr="/home/claude/logproj/icons/checkCircle.png"/>
          <p:cNvPicPr>
            <a:picLocks noChangeAspect="1"/>
          </p:cNvPicPr>
          <p:nvPr/>
        </p:nvPicPr>
        <p:blipFill>
          <a:blip r:embed="rId4"/>
          <a:stretch>
            <a:fillRect/>
          </a:stretch>
        </p:blipFill>
        <p:spPr>
          <a:xfrm>
            <a:off x="6003036" y="1769364"/>
            <a:ext cx="228600" cy="228600"/>
          </a:xfrm>
          <a:prstGeom prst="rect">
            <a:avLst/>
          </a:prstGeom>
        </p:spPr>
      </p:pic>
      <p:sp>
        <p:nvSpPr>
          <p:cNvPr id="12" name="Text 8"/>
          <p:cNvSpPr/>
          <p:nvPr/>
        </p:nvSpPr>
        <p:spPr>
          <a:xfrm>
            <a:off x="6537960" y="1463040"/>
            <a:ext cx="5029200" cy="841248"/>
          </a:xfrm>
          <a:prstGeom prst="rect">
            <a:avLst/>
          </a:prstGeom>
          <a:noFill/>
          <a:ln/>
        </p:spPr>
        <p:txBody>
          <a:bodyPr wrap="square" lIns="0" tIns="0" rIns="0" bIns="0" rtlCol="0" anchor="ctr"/>
          <a:lstStyle/>
          <a:p>
            <a:pPr marL="0" indent="0">
              <a:buNone/>
            </a:pPr>
            <a:r>
              <a:rPr lang="en-US" sz="1400" dirty="0">
                <a:solidFill>
                  <a:srgbClr val="EAF0F7"/>
                </a:solidFill>
                <a:latin typeface="Calibri" pitchFamily="34" charset="0"/>
                <a:ea typeface="Calibri" pitchFamily="34" charset="-122"/>
                <a:cs typeface="Calibri" pitchFamily="34" charset="-120"/>
              </a:rPr>
              <a:t>Faster log analysis</a:t>
            </a:r>
            <a:endParaRPr lang="en-US" sz="1400" dirty="0"/>
          </a:p>
        </p:txBody>
      </p:sp>
      <p:sp>
        <p:nvSpPr>
          <p:cNvPr id="13" name="Shape 9"/>
          <p:cNvSpPr/>
          <p:nvPr/>
        </p:nvSpPr>
        <p:spPr>
          <a:xfrm>
            <a:off x="5715000" y="2459736"/>
            <a:ext cx="5989320" cy="841248"/>
          </a:xfrm>
          <a:prstGeom prst="roundRect">
            <a:avLst>
              <a:gd name="adj" fmla="val 8696"/>
            </a:avLst>
          </a:prstGeom>
          <a:solidFill>
            <a:srgbClr val="121B2E"/>
          </a:solidFill>
          <a:ln w="9525">
            <a:solidFill>
              <a:srgbClr val="24304A"/>
            </a:solidFill>
            <a:prstDash val="solid"/>
          </a:ln>
        </p:spPr>
      </p:sp>
      <p:sp>
        <p:nvSpPr>
          <p:cNvPr id="14" name="Shape 10"/>
          <p:cNvSpPr/>
          <p:nvPr/>
        </p:nvSpPr>
        <p:spPr>
          <a:xfrm>
            <a:off x="5897880" y="2660904"/>
            <a:ext cx="438912" cy="438912"/>
          </a:xfrm>
          <a:prstGeom prst="ellipse">
            <a:avLst/>
          </a:prstGeom>
          <a:solidFill>
            <a:srgbClr val="16352E"/>
          </a:solidFill>
          <a:ln/>
        </p:spPr>
      </p:sp>
      <p:pic>
        <p:nvPicPr>
          <p:cNvPr id="15" name="Image 2" descr="/home/claude/logproj/icons/checkCircle.png"/>
          <p:cNvPicPr>
            <a:picLocks noChangeAspect="1"/>
          </p:cNvPicPr>
          <p:nvPr/>
        </p:nvPicPr>
        <p:blipFill>
          <a:blip r:embed="rId4"/>
          <a:stretch>
            <a:fillRect/>
          </a:stretch>
        </p:blipFill>
        <p:spPr>
          <a:xfrm>
            <a:off x="6003036" y="2766060"/>
            <a:ext cx="228600" cy="228600"/>
          </a:xfrm>
          <a:prstGeom prst="rect">
            <a:avLst/>
          </a:prstGeom>
        </p:spPr>
      </p:pic>
      <p:sp>
        <p:nvSpPr>
          <p:cNvPr id="16" name="Text 11"/>
          <p:cNvSpPr/>
          <p:nvPr/>
        </p:nvSpPr>
        <p:spPr>
          <a:xfrm>
            <a:off x="6537960" y="2459736"/>
            <a:ext cx="5029200" cy="841248"/>
          </a:xfrm>
          <a:prstGeom prst="rect">
            <a:avLst/>
          </a:prstGeom>
          <a:noFill/>
          <a:ln/>
        </p:spPr>
        <p:txBody>
          <a:bodyPr wrap="square" lIns="0" tIns="0" rIns="0" bIns="0" rtlCol="0" anchor="ctr"/>
          <a:lstStyle/>
          <a:p>
            <a:pPr marL="0" indent="0">
              <a:buNone/>
            </a:pPr>
            <a:r>
              <a:rPr lang="en-US" sz="1400" dirty="0">
                <a:solidFill>
                  <a:srgbClr val="EAF0F7"/>
                </a:solidFill>
                <a:latin typeface="Calibri" pitchFamily="34" charset="0"/>
                <a:ea typeface="Calibri" pitchFamily="34" charset="-122"/>
                <a:cs typeface="Calibri" pitchFamily="34" charset="-120"/>
              </a:rPr>
              <a:t>Easy identification of recurring errors</a:t>
            </a:r>
            <a:endParaRPr lang="en-US" sz="1400" dirty="0"/>
          </a:p>
        </p:txBody>
      </p:sp>
      <p:sp>
        <p:nvSpPr>
          <p:cNvPr id="17" name="Shape 12"/>
          <p:cNvSpPr/>
          <p:nvPr/>
        </p:nvSpPr>
        <p:spPr>
          <a:xfrm>
            <a:off x="5715000" y="3456432"/>
            <a:ext cx="5989320" cy="841248"/>
          </a:xfrm>
          <a:prstGeom prst="roundRect">
            <a:avLst>
              <a:gd name="adj" fmla="val 8696"/>
            </a:avLst>
          </a:prstGeom>
          <a:solidFill>
            <a:srgbClr val="121B2E"/>
          </a:solidFill>
          <a:ln w="9525">
            <a:solidFill>
              <a:srgbClr val="24304A"/>
            </a:solidFill>
            <a:prstDash val="solid"/>
          </a:ln>
        </p:spPr>
      </p:sp>
      <p:sp>
        <p:nvSpPr>
          <p:cNvPr id="18" name="Shape 13"/>
          <p:cNvSpPr/>
          <p:nvPr/>
        </p:nvSpPr>
        <p:spPr>
          <a:xfrm>
            <a:off x="5897880" y="3657600"/>
            <a:ext cx="438912" cy="438912"/>
          </a:xfrm>
          <a:prstGeom prst="ellipse">
            <a:avLst/>
          </a:prstGeom>
          <a:solidFill>
            <a:srgbClr val="16352E"/>
          </a:solidFill>
          <a:ln/>
        </p:spPr>
      </p:sp>
      <p:pic>
        <p:nvPicPr>
          <p:cNvPr id="19" name="Image 3" descr="/home/claude/logproj/icons/checkCircle.png"/>
          <p:cNvPicPr>
            <a:picLocks noChangeAspect="1"/>
          </p:cNvPicPr>
          <p:nvPr/>
        </p:nvPicPr>
        <p:blipFill>
          <a:blip r:embed="rId4"/>
          <a:stretch>
            <a:fillRect/>
          </a:stretch>
        </p:blipFill>
        <p:spPr>
          <a:xfrm>
            <a:off x="6003036" y="3762756"/>
            <a:ext cx="228600" cy="228600"/>
          </a:xfrm>
          <a:prstGeom prst="rect">
            <a:avLst/>
          </a:prstGeom>
        </p:spPr>
      </p:pic>
      <p:sp>
        <p:nvSpPr>
          <p:cNvPr id="20" name="Text 14"/>
          <p:cNvSpPr/>
          <p:nvPr/>
        </p:nvSpPr>
        <p:spPr>
          <a:xfrm>
            <a:off x="6537960" y="3456432"/>
            <a:ext cx="5029200" cy="841248"/>
          </a:xfrm>
          <a:prstGeom prst="rect">
            <a:avLst/>
          </a:prstGeom>
          <a:noFill/>
          <a:ln/>
        </p:spPr>
        <p:txBody>
          <a:bodyPr wrap="square" lIns="0" tIns="0" rIns="0" bIns="0" rtlCol="0" anchor="ctr"/>
          <a:lstStyle/>
          <a:p>
            <a:pPr marL="0" indent="0">
              <a:buNone/>
            </a:pPr>
            <a:r>
              <a:rPr lang="en-US" sz="1400" dirty="0">
                <a:solidFill>
                  <a:srgbClr val="EAF0F7"/>
                </a:solidFill>
                <a:latin typeface="Calibri" pitchFamily="34" charset="0"/>
                <a:ea typeface="Calibri" pitchFamily="34" charset="-122"/>
                <a:cs typeface="Calibri" pitchFamily="34" charset="-120"/>
              </a:rPr>
              <a:t>Detection of similar error messages</a:t>
            </a:r>
            <a:endParaRPr lang="en-US" sz="1400" dirty="0"/>
          </a:p>
        </p:txBody>
      </p:sp>
      <p:sp>
        <p:nvSpPr>
          <p:cNvPr id="21" name="Shape 15"/>
          <p:cNvSpPr/>
          <p:nvPr/>
        </p:nvSpPr>
        <p:spPr>
          <a:xfrm>
            <a:off x="5715000" y="4453128"/>
            <a:ext cx="5989320" cy="841248"/>
          </a:xfrm>
          <a:prstGeom prst="roundRect">
            <a:avLst>
              <a:gd name="adj" fmla="val 8696"/>
            </a:avLst>
          </a:prstGeom>
          <a:solidFill>
            <a:srgbClr val="121B2E"/>
          </a:solidFill>
          <a:ln w="9525">
            <a:solidFill>
              <a:srgbClr val="24304A"/>
            </a:solidFill>
            <a:prstDash val="solid"/>
          </a:ln>
        </p:spPr>
      </p:sp>
      <p:sp>
        <p:nvSpPr>
          <p:cNvPr id="22" name="Shape 16"/>
          <p:cNvSpPr/>
          <p:nvPr/>
        </p:nvSpPr>
        <p:spPr>
          <a:xfrm>
            <a:off x="5897880" y="4654296"/>
            <a:ext cx="438912" cy="438912"/>
          </a:xfrm>
          <a:prstGeom prst="ellipse">
            <a:avLst/>
          </a:prstGeom>
          <a:solidFill>
            <a:srgbClr val="16352E"/>
          </a:solidFill>
          <a:ln/>
        </p:spPr>
      </p:sp>
      <p:pic>
        <p:nvPicPr>
          <p:cNvPr id="23" name="Image 4" descr="/home/claude/logproj/icons/checkCircle.png"/>
          <p:cNvPicPr>
            <a:picLocks noChangeAspect="1"/>
          </p:cNvPicPr>
          <p:nvPr/>
        </p:nvPicPr>
        <p:blipFill>
          <a:blip r:embed="rId4"/>
          <a:stretch>
            <a:fillRect/>
          </a:stretch>
        </p:blipFill>
        <p:spPr>
          <a:xfrm>
            <a:off x="6003036" y="4759452"/>
            <a:ext cx="228600" cy="228600"/>
          </a:xfrm>
          <a:prstGeom prst="rect">
            <a:avLst/>
          </a:prstGeom>
        </p:spPr>
      </p:pic>
      <p:sp>
        <p:nvSpPr>
          <p:cNvPr id="24" name="Text 17"/>
          <p:cNvSpPr/>
          <p:nvPr/>
        </p:nvSpPr>
        <p:spPr>
          <a:xfrm>
            <a:off x="6537960" y="4453128"/>
            <a:ext cx="5029200" cy="841248"/>
          </a:xfrm>
          <a:prstGeom prst="rect">
            <a:avLst/>
          </a:prstGeom>
          <a:noFill/>
          <a:ln/>
        </p:spPr>
        <p:txBody>
          <a:bodyPr wrap="square" lIns="0" tIns="0" rIns="0" bIns="0" rtlCol="0" anchor="ctr"/>
          <a:lstStyle/>
          <a:p>
            <a:pPr marL="0" indent="0">
              <a:buNone/>
            </a:pPr>
            <a:r>
              <a:rPr lang="en-US" sz="1400" dirty="0">
                <a:solidFill>
                  <a:srgbClr val="EAF0F7"/>
                </a:solidFill>
                <a:latin typeface="Calibri" pitchFamily="34" charset="0"/>
                <a:ea typeface="Calibri" pitchFamily="34" charset="-122"/>
                <a:cs typeface="Calibri" pitchFamily="34" charset="-120"/>
              </a:rPr>
              <a:t>Ranking of frequent / important errors</a:t>
            </a:r>
            <a:endParaRPr lang="en-US" sz="1400" dirty="0"/>
          </a:p>
        </p:txBody>
      </p:sp>
      <p:sp>
        <p:nvSpPr>
          <p:cNvPr id="25" name="Shape 18"/>
          <p:cNvSpPr/>
          <p:nvPr/>
        </p:nvSpPr>
        <p:spPr>
          <a:xfrm>
            <a:off x="5715000" y="5449824"/>
            <a:ext cx="5989320" cy="841248"/>
          </a:xfrm>
          <a:prstGeom prst="roundRect">
            <a:avLst>
              <a:gd name="adj" fmla="val 8696"/>
            </a:avLst>
          </a:prstGeom>
          <a:solidFill>
            <a:srgbClr val="121B2E"/>
          </a:solidFill>
          <a:ln w="9525">
            <a:solidFill>
              <a:srgbClr val="24304A"/>
            </a:solidFill>
            <a:prstDash val="solid"/>
          </a:ln>
        </p:spPr>
      </p:sp>
      <p:sp>
        <p:nvSpPr>
          <p:cNvPr id="26" name="Shape 19"/>
          <p:cNvSpPr/>
          <p:nvPr/>
        </p:nvSpPr>
        <p:spPr>
          <a:xfrm>
            <a:off x="5897880" y="5650992"/>
            <a:ext cx="438912" cy="438912"/>
          </a:xfrm>
          <a:prstGeom prst="ellipse">
            <a:avLst/>
          </a:prstGeom>
          <a:solidFill>
            <a:srgbClr val="16352E"/>
          </a:solidFill>
          <a:ln/>
        </p:spPr>
      </p:sp>
      <p:pic>
        <p:nvPicPr>
          <p:cNvPr id="27" name="Image 5" descr="/home/claude/logproj/icons/checkCircle.png"/>
          <p:cNvPicPr>
            <a:picLocks noChangeAspect="1"/>
          </p:cNvPicPr>
          <p:nvPr/>
        </p:nvPicPr>
        <p:blipFill>
          <a:blip r:embed="rId4"/>
          <a:stretch>
            <a:fillRect/>
          </a:stretch>
        </p:blipFill>
        <p:spPr>
          <a:xfrm>
            <a:off x="6003036" y="5756148"/>
            <a:ext cx="228600" cy="228600"/>
          </a:xfrm>
          <a:prstGeom prst="rect">
            <a:avLst/>
          </a:prstGeom>
        </p:spPr>
      </p:pic>
      <p:sp>
        <p:nvSpPr>
          <p:cNvPr id="28" name="Text 20"/>
          <p:cNvSpPr/>
          <p:nvPr/>
        </p:nvSpPr>
        <p:spPr>
          <a:xfrm>
            <a:off x="6537960" y="5449824"/>
            <a:ext cx="5029200" cy="841248"/>
          </a:xfrm>
          <a:prstGeom prst="rect">
            <a:avLst/>
          </a:prstGeom>
          <a:noFill/>
          <a:ln/>
        </p:spPr>
        <p:txBody>
          <a:bodyPr wrap="square" lIns="0" tIns="0" rIns="0" bIns="0" rtlCol="0" anchor="ctr"/>
          <a:lstStyle/>
          <a:p>
            <a:pPr marL="0" indent="0">
              <a:buNone/>
            </a:pPr>
            <a:r>
              <a:rPr lang="en-US" sz="1400" dirty="0">
                <a:solidFill>
                  <a:srgbClr val="EAF0F7"/>
                </a:solidFill>
                <a:latin typeface="Calibri" pitchFamily="34" charset="0"/>
                <a:ea typeface="Calibri" pitchFamily="34" charset="-122"/>
                <a:cs typeface="Calibri" pitchFamily="34" charset="-120"/>
              </a:rPr>
              <a:t>Clear and organized analysis results</a:t>
            </a:r>
            <a:endParaRPr lang="en-US" sz="1400" dirty="0"/>
          </a:p>
        </p:txBody>
      </p:sp>
      <p:sp>
        <p:nvSpPr>
          <p:cNvPr id="30" name="Text 22"/>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8A96B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3C1C7-E000-C47C-F4C2-4ADD1F0B14A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24BC7F0-583B-D987-EF0E-FB903587E26C}"/>
              </a:ext>
            </a:extLst>
          </p:cNvPr>
          <p:cNvSpPr/>
          <p:nvPr/>
        </p:nvSpPr>
        <p:spPr>
          <a:xfrm>
            <a:off x="8778240" y="457200"/>
            <a:ext cx="45720" cy="45720"/>
          </a:xfrm>
          <a:prstGeom prst="ellipse">
            <a:avLst/>
          </a:prstGeom>
          <a:solidFill>
            <a:srgbClr val="1B2A45"/>
          </a:solidFill>
          <a:ln/>
        </p:spPr>
      </p:sp>
      <p:sp>
        <p:nvSpPr>
          <p:cNvPr id="3" name="Shape 1">
            <a:extLst>
              <a:ext uri="{FF2B5EF4-FFF2-40B4-BE49-F238E27FC236}">
                <a16:creationId xmlns:a16="http://schemas.microsoft.com/office/drawing/2014/main" id="{A279C1EB-767B-A229-353E-9F17E86334B4}"/>
              </a:ext>
            </a:extLst>
          </p:cNvPr>
          <p:cNvSpPr/>
          <p:nvPr/>
        </p:nvSpPr>
        <p:spPr>
          <a:xfrm>
            <a:off x="9070848" y="457200"/>
            <a:ext cx="45720" cy="45720"/>
          </a:xfrm>
          <a:prstGeom prst="ellipse">
            <a:avLst/>
          </a:prstGeom>
          <a:solidFill>
            <a:srgbClr val="1B2A45"/>
          </a:solidFill>
          <a:ln/>
        </p:spPr>
      </p:sp>
      <p:sp>
        <p:nvSpPr>
          <p:cNvPr id="4" name="Shape 2">
            <a:extLst>
              <a:ext uri="{FF2B5EF4-FFF2-40B4-BE49-F238E27FC236}">
                <a16:creationId xmlns:a16="http://schemas.microsoft.com/office/drawing/2014/main" id="{004E1060-E148-913C-0CA2-A2705A562207}"/>
              </a:ext>
            </a:extLst>
          </p:cNvPr>
          <p:cNvSpPr/>
          <p:nvPr/>
        </p:nvSpPr>
        <p:spPr>
          <a:xfrm>
            <a:off x="9363456" y="457200"/>
            <a:ext cx="45720" cy="45720"/>
          </a:xfrm>
          <a:prstGeom prst="ellipse">
            <a:avLst/>
          </a:prstGeom>
          <a:solidFill>
            <a:srgbClr val="1B2A45"/>
          </a:solidFill>
          <a:ln/>
        </p:spPr>
      </p:sp>
      <p:sp>
        <p:nvSpPr>
          <p:cNvPr id="5" name="Shape 3">
            <a:extLst>
              <a:ext uri="{FF2B5EF4-FFF2-40B4-BE49-F238E27FC236}">
                <a16:creationId xmlns:a16="http://schemas.microsoft.com/office/drawing/2014/main" id="{244BC32B-5363-B7C3-0732-7DD68E1F4453}"/>
              </a:ext>
            </a:extLst>
          </p:cNvPr>
          <p:cNvSpPr/>
          <p:nvPr/>
        </p:nvSpPr>
        <p:spPr>
          <a:xfrm>
            <a:off x="9656064" y="457200"/>
            <a:ext cx="45720" cy="45720"/>
          </a:xfrm>
          <a:prstGeom prst="ellipse">
            <a:avLst/>
          </a:prstGeom>
          <a:solidFill>
            <a:srgbClr val="1B2A45"/>
          </a:solidFill>
          <a:ln/>
        </p:spPr>
      </p:sp>
      <p:sp>
        <p:nvSpPr>
          <p:cNvPr id="6" name="Shape 4">
            <a:extLst>
              <a:ext uri="{FF2B5EF4-FFF2-40B4-BE49-F238E27FC236}">
                <a16:creationId xmlns:a16="http://schemas.microsoft.com/office/drawing/2014/main" id="{401C7B37-9901-9C61-993B-31B32D5D4045}"/>
              </a:ext>
            </a:extLst>
          </p:cNvPr>
          <p:cNvSpPr/>
          <p:nvPr/>
        </p:nvSpPr>
        <p:spPr>
          <a:xfrm>
            <a:off x="9948672" y="457200"/>
            <a:ext cx="45720" cy="45720"/>
          </a:xfrm>
          <a:prstGeom prst="ellipse">
            <a:avLst/>
          </a:prstGeom>
          <a:solidFill>
            <a:srgbClr val="1B2A45"/>
          </a:solidFill>
          <a:ln/>
        </p:spPr>
      </p:sp>
      <p:sp>
        <p:nvSpPr>
          <p:cNvPr id="7" name="Shape 5">
            <a:extLst>
              <a:ext uri="{FF2B5EF4-FFF2-40B4-BE49-F238E27FC236}">
                <a16:creationId xmlns:a16="http://schemas.microsoft.com/office/drawing/2014/main" id="{E00507B0-C9EB-2EB9-5FFC-4390276007DC}"/>
              </a:ext>
            </a:extLst>
          </p:cNvPr>
          <p:cNvSpPr/>
          <p:nvPr/>
        </p:nvSpPr>
        <p:spPr>
          <a:xfrm>
            <a:off x="10241280" y="457200"/>
            <a:ext cx="45720" cy="45720"/>
          </a:xfrm>
          <a:prstGeom prst="ellipse">
            <a:avLst/>
          </a:prstGeom>
          <a:solidFill>
            <a:srgbClr val="1B2A45"/>
          </a:solidFill>
          <a:ln/>
        </p:spPr>
      </p:sp>
      <p:sp>
        <p:nvSpPr>
          <p:cNvPr id="8" name="Shape 6">
            <a:extLst>
              <a:ext uri="{FF2B5EF4-FFF2-40B4-BE49-F238E27FC236}">
                <a16:creationId xmlns:a16="http://schemas.microsoft.com/office/drawing/2014/main" id="{C98BDF66-7461-8D8E-B163-C4FA3D8D0ADB}"/>
              </a:ext>
            </a:extLst>
          </p:cNvPr>
          <p:cNvSpPr/>
          <p:nvPr/>
        </p:nvSpPr>
        <p:spPr>
          <a:xfrm>
            <a:off x="10533888" y="457200"/>
            <a:ext cx="45720" cy="45720"/>
          </a:xfrm>
          <a:prstGeom prst="ellipse">
            <a:avLst/>
          </a:prstGeom>
          <a:solidFill>
            <a:srgbClr val="1B2A45"/>
          </a:solidFill>
          <a:ln/>
        </p:spPr>
      </p:sp>
      <p:sp>
        <p:nvSpPr>
          <p:cNvPr id="9" name="Shape 7">
            <a:extLst>
              <a:ext uri="{FF2B5EF4-FFF2-40B4-BE49-F238E27FC236}">
                <a16:creationId xmlns:a16="http://schemas.microsoft.com/office/drawing/2014/main" id="{C0E30E62-8504-8C06-2F23-C780219FEC3D}"/>
              </a:ext>
            </a:extLst>
          </p:cNvPr>
          <p:cNvSpPr/>
          <p:nvPr/>
        </p:nvSpPr>
        <p:spPr>
          <a:xfrm>
            <a:off x="10826496" y="457200"/>
            <a:ext cx="45720" cy="45720"/>
          </a:xfrm>
          <a:prstGeom prst="ellipse">
            <a:avLst/>
          </a:prstGeom>
          <a:solidFill>
            <a:srgbClr val="1B2A45"/>
          </a:solidFill>
          <a:ln/>
        </p:spPr>
      </p:sp>
      <p:sp>
        <p:nvSpPr>
          <p:cNvPr id="10" name="Shape 8">
            <a:extLst>
              <a:ext uri="{FF2B5EF4-FFF2-40B4-BE49-F238E27FC236}">
                <a16:creationId xmlns:a16="http://schemas.microsoft.com/office/drawing/2014/main" id="{C02A9528-F240-66D7-333A-F1E3C3D2852E}"/>
              </a:ext>
            </a:extLst>
          </p:cNvPr>
          <p:cNvSpPr/>
          <p:nvPr/>
        </p:nvSpPr>
        <p:spPr>
          <a:xfrm>
            <a:off x="8778240" y="749808"/>
            <a:ext cx="45720" cy="45720"/>
          </a:xfrm>
          <a:prstGeom prst="ellipse">
            <a:avLst/>
          </a:prstGeom>
          <a:solidFill>
            <a:srgbClr val="1B2A45"/>
          </a:solidFill>
          <a:ln/>
        </p:spPr>
      </p:sp>
      <p:sp>
        <p:nvSpPr>
          <p:cNvPr id="11" name="Shape 9">
            <a:extLst>
              <a:ext uri="{FF2B5EF4-FFF2-40B4-BE49-F238E27FC236}">
                <a16:creationId xmlns:a16="http://schemas.microsoft.com/office/drawing/2014/main" id="{31F0C652-B56F-8E7A-8B37-3E460E3120F7}"/>
              </a:ext>
            </a:extLst>
          </p:cNvPr>
          <p:cNvSpPr/>
          <p:nvPr/>
        </p:nvSpPr>
        <p:spPr>
          <a:xfrm>
            <a:off x="9070848" y="749808"/>
            <a:ext cx="45720" cy="45720"/>
          </a:xfrm>
          <a:prstGeom prst="ellipse">
            <a:avLst/>
          </a:prstGeom>
          <a:solidFill>
            <a:srgbClr val="1B2A45"/>
          </a:solidFill>
          <a:ln/>
        </p:spPr>
      </p:sp>
      <p:sp>
        <p:nvSpPr>
          <p:cNvPr id="12" name="Shape 10">
            <a:extLst>
              <a:ext uri="{FF2B5EF4-FFF2-40B4-BE49-F238E27FC236}">
                <a16:creationId xmlns:a16="http://schemas.microsoft.com/office/drawing/2014/main" id="{8D463241-5469-67C5-BF3B-2D0062A32828}"/>
              </a:ext>
            </a:extLst>
          </p:cNvPr>
          <p:cNvSpPr/>
          <p:nvPr/>
        </p:nvSpPr>
        <p:spPr>
          <a:xfrm>
            <a:off x="9363456" y="749808"/>
            <a:ext cx="45720" cy="45720"/>
          </a:xfrm>
          <a:prstGeom prst="ellipse">
            <a:avLst/>
          </a:prstGeom>
          <a:solidFill>
            <a:srgbClr val="1B2A45"/>
          </a:solidFill>
          <a:ln/>
        </p:spPr>
      </p:sp>
      <p:sp>
        <p:nvSpPr>
          <p:cNvPr id="13" name="Shape 11">
            <a:extLst>
              <a:ext uri="{FF2B5EF4-FFF2-40B4-BE49-F238E27FC236}">
                <a16:creationId xmlns:a16="http://schemas.microsoft.com/office/drawing/2014/main" id="{2D4DA997-EDF1-1689-7552-4DA4BA21B2C4}"/>
              </a:ext>
            </a:extLst>
          </p:cNvPr>
          <p:cNvSpPr/>
          <p:nvPr/>
        </p:nvSpPr>
        <p:spPr>
          <a:xfrm>
            <a:off x="9656064" y="749808"/>
            <a:ext cx="45720" cy="45720"/>
          </a:xfrm>
          <a:prstGeom prst="ellipse">
            <a:avLst/>
          </a:prstGeom>
          <a:solidFill>
            <a:srgbClr val="1B2A45"/>
          </a:solidFill>
          <a:ln/>
        </p:spPr>
      </p:sp>
      <p:sp>
        <p:nvSpPr>
          <p:cNvPr id="14" name="Shape 12">
            <a:extLst>
              <a:ext uri="{FF2B5EF4-FFF2-40B4-BE49-F238E27FC236}">
                <a16:creationId xmlns:a16="http://schemas.microsoft.com/office/drawing/2014/main" id="{D9DD0B16-F6C5-1323-100E-6861F50244F2}"/>
              </a:ext>
            </a:extLst>
          </p:cNvPr>
          <p:cNvSpPr/>
          <p:nvPr/>
        </p:nvSpPr>
        <p:spPr>
          <a:xfrm>
            <a:off x="9948672" y="749808"/>
            <a:ext cx="45720" cy="45720"/>
          </a:xfrm>
          <a:prstGeom prst="ellipse">
            <a:avLst/>
          </a:prstGeom>
          <a:solidFill>
            <a:srgbClr val="1B2A45"/>
          </a:solidFill>
          <a:ln/>
        </p:spPr>
      </p:sp>
      <p:sp>
        <p:nvSpPr>
          <p:cNvPr id="15" name="Shape 13">
            <a:extLst>
              <a:ext uri="{FF2B5EF4-FFF2-40B4-BE49-F238E27FC236}">
                <a16:creationId xmlns:a16="http://schemas.microsoft.com/office/drawing/2014/main" id="{089FFDF8-41DC-1C08-564D-6D4E45076514}"/>
              </a:ext>
            </a:extLst>
          </p:cNvPr>
          <p:cNvSpPr/>
          <p:nvPr/>
        </p:nvSpPr>
        <p:spPr>
          <a:xfrm>
            <a:off x="10241280" y="749808"/>
            <a:ext cx="45720" cy="45720"/>
          </a:xfrm>
          <a:prstGeom prst="ellipse">
            <a:avLst/>
          </a:prstGeom>
          <a:solidFill>
            <a:srgbClr val="1B2A45"/>
          </a:solidFill>
          <a:ln/>
        </p:spPr>
      </p:sp>
      <p:sp>
        <p:nvSpPr>
          <p:cNvPr id="16" name="Shape 14">
            <a:extLst>
              <a:ext uri="{FF2B5EF4-FFF2-40B4-BE49-F238E27FC236}">
                <a16:creationId xmlns:a16="http://schemas.microsoft.com/office/drawing/2014/main" id="{3987706D-2326-93FC-AAFF-77D2058623AB}"/>
              </a:ext>
            </a:extLst>
          </p:cNvPr>
          <p:cNvSpPr/>
          <p:nvPr/>
        </p:nvSpPr>
        <p:spPr>
          <a:xfrm>
            <a:off x="10533888" y="749808"/>
            <a:ext cx="45720" cy="45720"/>
          </a:xfrm>
          <a:prstGeom prst="ellipse">
            <a:avLst/>
          </a:prstGeom>
          <a:solidFill>
            <a:srgbClr val="1B2A45"/>
          </a:solidFill>
          <a:ln/>
        </p:spPr>
      </p:sp>
      <p:sp>
        <p:nvSpPr>
          <p:cNvPr id="17" name="Shape 15">
            <a:extLst>
              <a:ext uri="{FF2B5EF4-FFF2-40B4-BE49-F238E27FC236}">
                <a16:creationId xmlns:a16="http://schemas.microsoft.com/office/drawing/2014/main" id="{7EC19A21-E849-7054-A4C7-0B91596589F7}"/>
              </a:ext>
            </a:extLst>
          </p:cNvPr>
          <p:cNvSpPr/>
          <p:nvPr/>
        </p:nvSpPr>
        <p:spPr>
          <a:xfrm>
            <a:off x="10826496" y="749808"/>
            <a:ext cx="45720" cy="45720"/>
          </a:xfrm>
          <a:prstGeom prst="ellipse">
            <a:avLst/>
          </a:prstGeom>
          <a:solidFill>
            <a:srgbClr val="1B2A45"/>
          </a:solidFill>
          <a:ln/>
        </p:spPr>
      </p:sp>
      <p:sp>
        <p:nvSpPr>
          <p:cNvPr id="18" name="Shape 16">
            <a:extLst>
              <a:ext uri="{FF2B5EF4-FFF2-40B4-BE49-F238E27FC236}">
                <a16:creationId xmlns:a16="http://schemas.microsoft.com/office/drawing/2014/main" id="{82AC8E37-21F2-C140-65B4-E905696BA061}"/>
              </a:ext>
            </a:extLst>
          </p:cNvPr>
          <p:cNvSpPr/>
          <p:nvPr/>
        </p:nvSpPr>
        <p:spPr>
          <a:xfrm>
            <a:off x="8778240" y="1042416"/>
            <a:ext cx="45720" cy="45720"/>
          </a:xfrm>
          <a:prstGeom prst="ellipse">
            <a:avLst/>
          </a:prstGeom>
          <a:solidFill>
            <a:srgbClr val="1B2A45"/>
          </a:solidFill>
          <a:ln/>
        </p:spPr>
      </p:sp>
      <p:sp>
        <p:nvSpPr>
          <p:cNvPr id="19" name="Shape 17">
            <a:extLst>
              <a:ext uri="{FF2B5EF4-FFF2-40B4-BE49-F238E27FC236}">
                <a16:creationId xmlns:a16="http://schemas.microsoft.com/office/drawing/2014/main" id="{C364A3C2-A3E7-91D2-DDBC-8EA48677F1D9}"/>
              </a:ext>
            </a:extLst>
          </p:cNvPr>
          <p:cNvSpPr/>
          <p:nvPr/>
        </p:nvSpPr>
        <p:spPr>
          <a:xfrm>
            <a:off x="9070848" y="1042416"/>
            <a:ext cx="45720" cy="45720"/>
          </a:xfrm>
          <a:prstGeom prst="ellipse">
            <a:avLst/>
          </a:prstGeom>
          <a:solidFill>
            <a:srgbClr val="1B2A45"/>
          </a:solidFill>
          <a:ln/>
        </p:spPr>
      </p:sp>
      <p:sp>
        <p:nvSpPr>
          <p:cNvPr id="20" name="Shape 18">
            <a:extLst>
              <a:ext uri="{FF2B5EF4-FFF2-40B4-BE49-F238E27FC236}">
                <a16:creationId xmlns:a16="http://schemas.microsoft.com/office/drawing/2014/main" id="{710A6518-A9F5-2C9F-90B6-036E357DCB54}"/>
              </a:ext>
            </a:extLst>
          </p:cNvPr>
          <p:cNvSpPr/>
          <p:nvPr/>
        </p:nvSpPr>
        <p:spPr>
          <a:xfrm>
            <a:off x="9363456" y="1042416"/>
            <a:ext cx="45720" cy="45720"/>
          </a:xfrm>
          <a:prstGeom prst="ellipse">
            <a:avLst/>
          </a:prstGeom>
          <a:solidFill>
            <a:srgbClr val="1B2A45"/>
          </a:solidFill>
          <a:ln/>
        </p:spPr>
      </p:sp>
      <p:sp>
        <p:nvSpPr>
          <p:cNvPr id="21" name="Shape 19">
            <a:extLst>
              <a:ext uri="{FF2B5EF4-FFF2-40B4-BE49-F238E27FC236}">
                <a16:creationId xmlns:a16="http://schemas.microsoft.com/office/drawing/2014/main" id="{C9E21C77-0B2B-6B2A-F196-5F30FED1D41D}"/>
              </a:ext>
            </a:extLst>
          </p:cNvPr>
          <p:cNvSpPr/>
          <p:nvPr/>
        </p:nvSpPr>
        <p:spPr>
          <a:xfrm>
            <a:off x="9656064" y="1042416"/>
            <a:ext cx="45720" cy="45720"/>
          </a:xfrm>
          <a:prstGeom prst="ellipse">
            <a:avLst/>
          </a:prstGeom>
          <a:solidFill>
            <a:srgbClr val="1B2A45"/>
          </a:solidFill>
          <a:ln/>
        </p:spPr>
      </p:sp>
      <p:sp>
        <p:nvSpPr>
          <p:cNvPr id="22" name="Shape 20">
            <a:extLst>
              <a:ext uri="{FF2B5EF4-FFF2-40B4-BE49-F238E27FC236}">
                <a16:creationId xmlns:a16="http://schemas.microsoft.com/office/drawing/2014/main" id="{5FA8593C-4963-D484-7197-1EAC42F11B5D}"/>
              </a:ext>
            </a:extLst>
          </p:cNvPr>
          <p:cNvSpPr/>
          <p:nvPr/>
        </p:nvSpPr>
        <p:spPr>
          <a:xfrm>
            <a:off x="9948672" y="1042416"/>
            <a:ext cx="45720" cy="45720"/>
          </a:xfrm>
          <a:prstGeom prst="ellipse">
            <a:avLst/>
          </a:prstGeom>
          <a:solidFill>
            <a:srgbClr val="1B2A45"/>
          </a:solidFill>
          <a:ln/>
        </p:spPr>
      </p:sp>
      <p:sp>
        <p:nvSpPr>
          <p:cNvPr id="23" name="Shape 21">
            <a:extLst>
              <a:ext uri="{FF2B5EF4-FFF2-40B4-BE49-F238E27FC236}">
                <a16:creationId xmlns:a16="http://schemas.microsoft.com/office/drawing/2014/main" id="{909E21BB-098C-A365-1A8C-BAE2AEA1C9C3}"/>
              </a:ext>
            </a:extLst>
          </p:cNvPr>
          <p:cNvSpPr/>
          <p:nvPr/>
        </p:nvSpPr>
        <p:spPr>
          <a:xfrm>
            <a:off x="10241280" y="1042416"/>
            <a:ext cx="45720" cy="45720"/>
          </a:xfrm>
          <a:prstGeom prst="ellipse">
            <a:avLst/>
          </a:prstGeom>
          <a:solidFill>
            <a:srgbClr val="1B2A45"/>
          </a:solidFill>
          <a:ln/>
        </p:spPr>
      </p:sp>
      <p:sp>
        <p:nvSpPr>
          <p:cNvPr id="24" name="Shape 22">
            <a:extLst>
              <a:ext uri="{FF2B5EF4-FFF2-40B4-BE49-F238E27FC236}">
                <a16:creationId xmlns:a16="http://schemas.microsoft.com/office/drawing/2014/main" id="{50907BA6-6A7C-3419-E63B-E1CB6CC8FBF1}"/>
              </a:ext>
            </a:extLst>
          </p:cNvPr>
          <p:cNvSpPr/>
          <p:nvPr/>
        </p:nvSpPr>
        <p:spPr>
          <a:xfrm>
            <a:off x="10533888" y="1042416"/>
            <a:ext cx="45720" cy="45720"/>
          </a:xfrm>
          <a:prstGeom prst="ellipse">
            <a:avLst/>
          </a:prstGeom>
          <a:solidFill>
            <a:srgbClr val="1B2A45"/>
          </a:solidFill>
          <a:ln/>
        </p:spPr>
      </p:sp>
      <p:sp>
        <p:nvSpPr>
          <p:cNvPr id="25" name="Shape 23">
            <a:extLst>
              <a:ext uri="{FF2B5EF4-FFF2-40B4-BE49-F238E27FC236}">
                <a16:creationId xmlns:a16="http://schemas.microsoft.com/office/drawing/2014/main" id="{8260BAFE-44F6-30F9-9060-550DD88A5A4C}"/>
              </a:ext>
            </a:extLst>
          </p:cNvPr>
          <p:cNvSpPr/>
          <p:nvPr/>
        </p:nvSpPr>
        <p:spPr>
          <a:xfrm>
            <a:off x="10826496" y="1042416"/>
            <a:ext cx="45720" cy="45720"/>
          </a:xfrm>
          <a:prstGeom prst="ellipse">
            <a:avLst/>
          </a:prstGeom>
          <a:solidFill>
            <a:srgbClr val="1B2A45"/>
          </a:solidFill>
          <a:ln/>
        </p:spPr>
      </p:sp>
      <p:sp>
        <p:nvSpPr>
          <p:cNvPr id="26" name="Shape 24">
            <a:extLst>
              <a:ext uri="{FF2B5EF4-FFF2-40B4-BE49-F238E27FC236}">
                <a16:creationId xmlns:a16="http://schemas.microsoft.com/office/drawing/2014/main" id="{D3068308-84F4-BB26-28DC-6C042723D671}"/>
              </a:ext>
            </a:extLst>
          </p:cNvPr>
          <p:cNvSpPr/>
          <p:nvPr/>
        </p:nvSpPr>
        <p:spPr>
          <a:xfrm>
            <a:off x="8778240" y="1335024"/>
            <a:ext cx="45720" cy="45720"/>
          </a:xfrm>
          <a:prstGeom prst="ellipse">
            <a:avLst/>
          </a:prstGeom>
          <a:solidFill>
            <a:srgbClr val="1B2A45"/>
          </a:solidFill>
          <a:ln/>
        </p:spPr>
      </p:sp>
      <p:sp>
        <p:nvSpPr>
          <p:cNvPr id="27" name="Shape 25">
            <a:extLst>
              <a:ext uri="{FF2B5EF4-FFF2-40B4-BE49-F238E27FC236}">
                <a16:creationId xmlns:a16="http://schemas.microsoft.com/office/drawing/2014/main" id="{8D8973F1-CA87-04DE-EBAB-F1394AF73862}"/>
              </a:ext>
            </a:extLst>
          </p:cNvPr>
          <p:cNvSpPr/>
          <p:nvPr/>
        </p:nvSpPr>
        <p:spPr>
          <a:xfrm>
            <a:off x="9070848" y="1335024"/>
            <a:ext cx="45720" cy="45720"/>
          </a:xfrm>
          <a:prstGeom prst="ellipse">
            <a:avLst/>
          </a:prstGeom>
          <a:solidFill>
            <a:srgbClr val="1B2A45"/>
          </a:solidFill>
          <a:ln/>
        </p:spPr>
      </p:sp>
      <p:sp>
        <p:nvSpPr>
          <p:cNvPr id="28" name="Shape 26">
            <a:extLst>
              <a:ext uri="{FF2B5EF4-FFF2-40B4-BE49-F238E27FC236}">
                <a16:creationId xmlns:a16="http://schemas.microsoft.com/office/drawing/2014/main" id="{73989E39-5709-BA3C-61C4-8125F891A97C}"/>
              </a:ext>
            </a:extLst>
          </p:cNvPr>
          <p:cNvSpPr/>
          <p:nvPr/>
        </p:nvSpPr>
        <p:spPr>
          <a:xfrm>
            <a:off x="9363456" y="1335024"/>
            <a:ext cx="45720" cy="45720"/>
          </a:xfrm>
          <a:prstGeom prst="ellipse">
            <a:avLst/>
          </a:prstGeom>
          <a:solidFill>
            <a:srgbClr val="1B2A45"/>
          </a:solidFill>
          <a:ln/>
        </p:spPr>
      </p:sp>
      <p:sp>
        <p:nvSpPr>
          <p:cNvPr id="29" name="Shape 27">
            <a:extLst>
              <a:ext uri="{FF2B5EF4-FFF2-40B4-BE49-F238E27FC236}">
                <a16:creationId xmlns:a16="http://schemas.microsoft.com/office/drawing/2014/main" id="{DD337797-B8F0-85C8-F25D-95B63CD54DB7}"/>
              </a:ext>
            </a:extLst>
          </p:cNvPr>
          <p:cNvSpPr/>
          <p:nvPr/>
        </p:nvSpPr>
        <p:spPr>
          <a:xfrm>
            <a:off x="9656064" y="1335024"/>
            <a:ext cx="45720" cy="45720"/>
          </a:xfrm>
          <a:prstGeom prst="ellipse">
            <a:avLst/>
          </a:prstGeom>
          <a:solidFill>
            <a:srgbClr val="1B2A45"/>
          </a:solidFill>
          <a:ln/>
        </p:spPr>
      </p:sp>
      <p:sp>
        <p:nvSpPr>
          <p:cNvPr id="30" name="Shape 28">
            <a:extLst>
              <a:ext uri="{FF2B5EF4-FFF2-40B4-BE49-F238E27FC236}">
                <a16:creationId xmlns:a16="http://schemas.microsoft.com/office/drawing/2014/main" id="{311BBF86-E574-2AA9-133A-17F43C2B4BBB}"/>
              </a:ext>
            </a:extLst>
          </p:cNvPr>
          <p:cNvSpPr/>
          <p:nvPr/>
        </p:nvSpPr>
        <p:spPr>
          <a:xfrm>
            <a:off x="9948672" y="1335024"/>
            <a:ext cx="45720" cy="45720"/>
          </a:xfrm>
          <a:prstGeom prst="ellipse">
            <a:avLst/>
          </a:prstGeom>
          <a:solidFill>
            <a:srgbClr val="1B2A45"/>
          </a:solidFill>
          <a:ln/>
        </p:spPr>
      </p:sp>
      <p:sp>
        <p:nvSpPr>
          <p:cNvPr id="31" name="Shape 29">
            <a:extLst>
              <a:ext uri="{FF2B5EF4-FFF2-40B4-BE49-F238E27FC236}">
                <a16:creationId xmlns:a16="http://schemas.microsoft.com/office/drawing/2014/main" id="{49267D25-E0FA-830C-7D5A-815462EBD5A7}"/>
              </a:ext>
            </a:extLst>
          </p:cNvPr>
          <p:cNvSpPr/>
          <p:nvPr/>
        </p:nvSpPr>
        <p:spPr>
          <a:xfrm>
            <a:off x="10241280" y="1335024"/>
            <a:ext cx="45720" cy="45720"/>
          </a:xfrm>
          <a:prstGeom prst="ellipse">
            <a:avLst/>
          </a:prstGeom>
          <a:solidFill>
            <a:srgbClr val="1B2A45"/>
          </a:solidFill>
          <a:ln/>
        </p:spPr>
      </p:sp>
      <p:sp>
        <p:nvSpPr>
          <p:cNvPr id="32" name="Shape 30">
            <a:extLst>
              <a:ext uri="{FF2B5EF4-FFF2-40B4-BE49-F238E27FC236}">
                <a16:creationId xmlns:a16="http://schemas.microsoft.com/office/drawing/2014/main" id="{02B6DA04-09BB-1F19-559F-25C6627999CF}"/>
              </a:ext>
            </a:extLst>
          </p:cNvPr>
          <p:cNvSpPr/>
          <p:nvPr/>
        </p:nvSpPr>
        <p:spPr>
          <a:xfrm>
            <a:off x="10533888" y="1335024"/>
            <a:ext cx="45720" cy="45720"/>
          </a:xfrm>
          <a:prstGeom prst="ellipse">
            <a:avLst/>
          </a:prstGeom>
          <a:solidFill>
            <a:srgbClr val="1B2A45"/>
          </a:solidFill>
          <a:ln/>
        </p:spPr>
      </p:sp>
      <p:sp>
        <p:nvSpPr>
          <p:cNvPr id="33" name="Shape 31">
            <a:extLst>
              <a:ext uri="{FF2B5EF4-FFF2-40B4-BE49-F238E27FC236}">
                <a16:creationId xmlns:a16="http://schemas.microsoft.com/office/drawing/2014/main" id="{A3DE88FD-1D95-BA83-EDA7-DBC17583528C}"/>
              </a:ext>
            </a:extLst>
          </p:cNvPr>
          <p:cNvSpPr/>
          <p:nvPr/>
        </p:nvSpPr>
        <p:spPr>
          <a:xfrm>
            <a:off x="10826496" y="1335024"/>
            <a:ext cx="45720" cy="45720"/>
          </a:xfrm>
          <a:prstGeom prst="ellipse">
            <a:avLst/>
          </a:prstGeom>
          <a:solidFill>
            <a:srgbClr val="1B2A45"/>
          </a:solidFill>
          <a:ln/>
        </p:spPr>
      </p:sp>
      <p:sp>
        <p:nvSpPr>
          <p:cNvPr id="34" name="Shape 32">
            <a:extLst>
              <a:ext uri="{FF2B5EF4-FFF2-40B4-BE49-F238E27FC236}">
                <a16:creationId xmlns:a16="http://schemas.microsoft.com/office/drawing/2014/main" id="{99CC14CF-2260-C80C-4351-FAB356353484}"/>
              </a:ext>
            </a:extLst>
          </p:cNvPr>
          <p:cNvSpPr/>
          <p:nvPr/>
        </p:nvSpPr>
        <p:spPr>
          <a:xfrm>
            <a:off x="8778240" y="1627632"/>
            <a:ext cx="45720" cy="45720"/>
          </a:xfrm>
          <a:prstGeom prst="ellipse">
            <a:avLst/>
          </a:prstGeom>
          <a:solidFill>
            <a:srgbClr val="1B2A45"/>
          </a:solidFill>
          <a:ln/>
        </p:spPr>
      </p:sp>
      <p:sp>
        <p:nvSpPr>
          <p:cNvPr id="35" name="Shape 33">
            <a:extLst>
              <a:ext uri="{FF2B5EF4-FFF2-40B4-BE49-F238E27FC236}">
                <a16:creationId xmlns:a16="http://schemas.microsoft.com/office/drawing/2014/main" id="{3C09FAA0-DE89-67DD-BF6F-4E29519654A5}"/>
              </a:ext>
            </a:extLst>
          </p:cNvPr>
          <p:cNvSpPr/>
          <p:nvPr/>
        </p:nvSpPr>
        <p:spPr>
          <a:xfrm>
            <a:off x="9070848" y="1627632"/>
            <a:ext cx="45720" cy="45720"/>
          </a:xfrm>
          <a:prstGeom prst="ellipse">
            <a:avLst/>
          </a:prstGeom>
          <a:solidFill>
            <a:srgbClr val="1B2A45"/>
          </a:solidFill>
          <a:ln/>
        </p:spPr>
      </p:sp>
      <p:sp>
        <p:nvSpPr>
          <p:cNvPr id="36" name="Shape 34">
            <a:extLst>
              <a:ext uri="{FF2B5EF4-FFF2-40B4-BE49-F238E27FC236}">
                <a16:creationId xmlns:a16="http://schemas.microsoft.com/office/drawing/2014/main" id="{BE52F781-B30B-1D02-3EFB-7DCCCAA5D2F6}"/>
              </a:ext>
            </a:extLst>
          </p:cNvPr>
          <p:cNvSpPr/>
          <p:nvPr/>
        </p:nvSpPr>
        <p:spPr>
          <a:xfrm>
            <a:off x="9363456" y="1627632"/>
            <a:ext cx="45720" cy="45720"/>
          </a:xfrm>
          <a:prstGeom prst="ellipse">
            <a:avLst/>
          </a:prstGeom>
          <a:solidFill>
            <a:srgbClr val="1B2A45"/>
          </a:solidFill>
          <a:ln/>
        </p:spPr>
      </p:sp>
      <p:sp>
        <p:nvSpPr>
          <p:cNvPr id="37" name="Shape 35">
            <a:extLst>
              <a:ext uri="{FF2B5EF4-FFF2-40B4-BE49-F238E27FC236}">
                <a16:creationId xmlns:a16="http://schemas.microsoft.com/office/drawing/2014/main" id="{C0538D71-2A49-9267-73A0-360394171B0B}"/>
              </a:ext>
            </a:extLst>
          </p:cNvPr>
          <p:cNvSpPr/>
          <p:nvPr/>
        </p:nvSpPr>
        <p:spPr>
          <a:xfrm>
            <a:off x="9656064" y="1627632"/>
            <a:ext cx="45720" cy="45720"/>
          </a:xfrm>
          <a:prstGeom prst="ellipse">
            <a:avLst/>
          </a:prstGeom>
          <a:solidFill>
            <a:srgbClr val="1B2A45"/>
          </a:solidFill>
          <a:ln/>
        </p:spPr>
      </p:sp>
      <p:sp>
        <p:nvSpPr>
          <p:cNvPr id="38" name="Shape 36">
            <a:extLst>
              <a:ext uri="{FF2B5EF4-FFF2-40B4-BE49-F238E27FC236}">
                <a16:creationId xmlns:a16="http://schemas.microsoft.com/office/drawing/2014/main" id="{423A9E0F-1B06-1B13-7002-811820F57A5C}"/>
              </a:ext>
            </a:extLst>
          </p:cNvPr>
          <p:cNvSpPr/>
          <p:nvPr/>
        </p:nvSpPr>
        <p:spPr>
          <a:xfrm>
            <a:off x="9948672" y="1627632"/>
            <a:ext cx="45720" cy="45720"/>
          </a:xfrm>
          <a:prstGeom prst="ellipse">
            <a:avLst/>
          </a:prstGeom>
          <a:solidFill>
            <a:srgbClr val="1B2A45"/>
          </a:solidFill>
          <a:ln/>
        </p:spPr>
      </p:sp>
      <p:sp>
        <p:nvSpPr>
          <p:cNvPr id="39" name="Shape 37">
            <a:extLst>
              <a:ext uri="{FF2B5EF4-FFF2-40B4-BE49-F238E27FC236}">
                <a16:creationId xmlns:a16="http://schemas.microsoft.com/office/drawing/2014/main" id="{34EF7C57-1074-94E5-4A2E-FC530F9964A4}"/>
              </a:ext>
            </a:extLst>
          </p:cNvPr>
          <p:cNvSpPr/>
          <p:nvPr/>
        </p:nvSpPr>
        <p:spPr>
          <a:xfrm>
            <a:off x="10241280" y="1627632"/>
            <a:ext cx="45720" cy="45720"/>
          </a:xfrm>
          <a:prstGeom prst="ellipse">
            <a:avLst/>
          </a:prstGeom>
          <a:solidFill>
            <a:srgbClr val="1B2A45"/>
          </a:solidFill>
          <a:ln/>
        </p:spPr>
      </p:sp>
      <p:sp>
        <p:nvSpPr>
          <p:cNvPr id="40" name="Shape 38">
            <a:extLst>
              <a:ext uri="{FF2B5EF4-FFF2-40B4-BE49-F238E27FC236}">
                <a16:creationId xmlns:a16="http://schemas.microsoft.com/office/drawing/2014/main" id="{FEF01D87-6643-00BA-0B3F-2BA244210C69}"/>
              </a:ext>
            </a:extLst>
          </p:cNvPr>
          <p:cNvSpPr/>
          <p:nvPr/>
        </p:nvSpPr>
        <p:spPr>
          <a:xfrm>
            <a:off x="10533888" y="1627632"/>
            <a:ext cx="45720" cy="45720"/>
          </a:xfrm>
          <a:prstGeom prst="ellipse">
            <a:avLst/>
          </a:prstGeom>
          <a:solidFill>
            <a:srgbClr val="1B2A45"/>
          </a:solidFill>
          <a:ln/>
        </p:spPr>
      </p:sp>
      <p:sp>
        <p:nvSpPr>
          <p:cNvPr id="41" name="Shape 39">
            <a:extLst>
              <a:ext uri="{FF2B5EF4-FFF2-40B4-BE49-F238E27FC236}">
                <a16:creationId xmlns:a16="http://schemas.microsoft.com/office/drawing/2014/main" id="{B407E61D-C2DC-0376-5346-ABA6AD1E1250}"/>
              </a:ext>
            </a:extLst>
          </p:cNvPr>
          <p:cNvSpPr/>
          <p:nvPr/>
        </p:nvSpPr>
        <p:spPr>
          <a:xfrm>
            <a:off x="10826496" y="1627632"/>
            <a:ext cx="45720" cy="45720"/>
          </a:xfrm>
          <a:prstGeom prst="ellipse">
            <a:avLst/>
          </a:prstGeom>
          <a:solidFill>
            <a:srgbClr val="1B2A45"/>
          </a:solidFill>
          <a:ln/>
        </p:spPr>
      </p:sp>
      <p:sp>
        <p:nvSpPr>
          <p:cNvPr id="42" name="Shape 40">
            <a:extLst>
              <a:ext uri="{FF2B5EF4-FFF2-40B4-BE49-F238E27FC236}">
                <a16:creationId xmlns:a16="http://schemas.microsoft.com/office/drawing/2014/main" id="{99D56FE2-E89B-714F-FFEB-57DA212FD326}"/>
              </a:ext>
            </a:extLst>
          </p:cNvPr>
          <p:cNvSpPr/>
          <p:nvPr/>
        </p:nvSpPr>
        <p:spPr>
          <a:xfrm>
            <a:off x="8778240" y="1920240"/>
            <a:ext cx="45720" cy="45720"/>
          </a:xfrm>
          <a:prstGeom prst="ellipse">
            <a:avLst/>
          </a:prstGeom>
          <a:solidFill>
            <a:srgbClr val="1B2A45"/>
          </a:solidFill>
          <a:ln/>
        </p:spPr>
      </p:sp>
      <p:sp>
        <p:nvSpPr>
          <p:cNvPr id="43" name="Shape 41">
            <a:extLst>
              <a:ext uri="{FF2B5EF4-FFF2-40B4-BE49-F238E27FC236}">
                <a16:creationId xmlns:a16="http://schemas.microsoft.com/office/drawing/2014/main" id="{606A0DCD-F653-2E9F-7BCA-A3C2EDFF2E04}"/>
              </a:ext>
            </a:extLst>
          </p:cNvPr>
          <p:cNvSpPr/>
          <p:nvPr/>
        </p:nvSpPr>
        <p:spPr>
          <a:xfrm>
            <a:off x="9070848" y="1920240"/>
            <a:ext cx="45720" cy="45720"/>
          </a:xfrm>
          <a:prstGeom prst="ellipse">
            <a:avLst/>
          </a:prstGeom>
          <a:solidFill>
            <a:srgbClr val="1B2A45"/>
          </a:solidFill>
          <a:ln/>
        </p:spPr>
      </p:sp>
      <p:sp>
        <p:nvSpPr>
          <p:cNvPr id="44" name="Shape 42">
            <a:extLst>
              <a:ext uri="{FF2B5EF4-FFF2-40B4-BE49-F238E27FC236}">
                <a16:creationId xmlns:a16="http://schemas.microsoft.com/office/drawing/2014/main" id="{CC7A5F8C-DFD8-7CA9-F6D8-49F39B3A4911}"/>
              </a:ext>
            </a:extLst>
          </p:cNvPr>
          <p:cNvSpPr/>
          <p:nvPr/>
        </p:nvSpPr>
        <p:spPr>
          <a:xfrm>
            <a:off x="9363456" y="1920240"/>
            <a:ext cx="45720" cy="45720"/>
          </a:xfrm>
          <a:prstGeom prst="ellipse">
            <a:avLst/>
          </a:prstGeom>
          <a:solidFill>
            <a:srgbClr val="1B2A45"/>
          </a:solidFill>
          <a:ln/>
        </p:spPr>
      </p:sp>
      <p:sp>
        <p:nvSpPr>
          <p:cNvPr id="45" name="Shape 43">
            <a:extLst>
              <a:ext uri="{FF2B5EF4-FFF2-40B4-BE49-F238E27FC236}">
                <a16:creationId xmlns:a16="http://schemas.microsoft.com/office/drawing/2014/main" id="{A79A15A2-52EE-90E6-7206-D1E873E0C014}"/>
              </a:ext>
            </a:extLst>
          </p:cNvPr>
          <p:cNvSpPr/>
          <p:nvPr/>
        </p:nvSpPr>
        <p:spPr>
          <a:xfrm>
            <a:off x="9656064" y="1920240"/>
            <a:ext cx="45720" cy="45720"/>
          </a:xfrm>
          <a:prstGeom prst="ellipse">
            <a:avLst/>
          </a:prstGeom>
          <a:solidFill>
            <a:srgbClr val="1B2A45"/>
          </a:solidFill>
          <a:ln/>
        </p:spPr>
      </p:sp>
      <p:sp>
        <p:nvSpPr>
          <p:cNvPr id="46" name="Shape 44">
            <a:extLst>
              <a:ext uri="{FF2B5EF4-FFF2-40B4-BE49-F238E27FC236}">
                <a16:creationId xmlns:a16="http://schemas.microsoft.com/office/drawing/2014/main" id="{B47BB468-CA59-059B-EB2F-3223604FDB71}"/>
              </a:ext>
            </a:extLst>
          </p:cNvPr>
          <p:cNvSpPr/>
          <p:nvPr/>
        </p:nvSpPr>
        <p:spPr>
          <a:xfrm>
            <a:off x="9948672" y="1920240"/>
            <a:ext cx="45720" cy="45720"/>
          </a:xfrm>
          <a:prstGeom prst="ellipse">
            <a:avLst/>
          </a:prstGeom>
          <a:solidFill>
            <a:srgbClr val="1B2A45"/>
          </a:solidFill>
          <a:ln/>
        </p:spPr>
      </p:sp>
      <p:sp>
        <p:nvSpPr>
          <p:cNvPr id="47" name="Shape 45">
            <a:extLst>
              <a:ext uri="{FF2B5EF4-FFF2-40B4-BE49-F238E27FC236}">
                <a16:creationId xmlns:a16="http://schemas.microsoft.com/office/drawing/2014/main" id="{C200A7C8-8922-14AD-7D15-8D3BAF14E846}"/>
              </a:ext>
            </a:extLst>
          </p:cNvPr>
          <p:cNvSpPr/>
          <p:nvPr/>
        </p:nvSpPr>
        <p:spPr>
          <a:xfrm>
            <a:off x="10241280" y="1920240"/>
            <a:ext cx="45720" cy="45720"/>
          </a:xfrm>
          <a:prstGeom prst="ellipse">
            <a:avLst/>
          </a:prstGeom>
          <a:solidFill>
            <a:srgbClr val="1B2A45"/>
          </a:solidFill>
          <a:ln/>
        </p:spPr>
      </p:sp>
      <p:sp>
        <p:nvSpPr>
          <p:cNvPr id="48" name="Shape 46">
            <a:extLst>
              <a:ext uri="{FF2B5EF4-FFF2-40B4-BE49-F238E27FC236}">
                <a16:creationId xmlns:a16="http://schemas.microsoft.com/office/drawing/2014/main" id="{DBCCEB3C-1B8F-D12F-2276-BCE031A02F7B}"/>
              </a:ext>
            </a:extLst>
          </p:cNvPr>
          <p:cNvSpPr/>
          <p:nvPr/>
        </p:nvSpPr>
        <p:spPr>
          <a:xfrm>
            <a:off x="10533888" y="1920240"/>
            <a:ext cx="45720" cy="45720"/>
          </a:xfrm>
          <a:prstGeom prst="ellipse">
            <a:avLst/>
          </a:prstGeom>
          <a:solidFill>
            <a:srgbClr val="1B2A45"/>
          </a:solidFill>
          <a:ln/>
        </p:spPr>
      </p:sp>
      <p:sp>
        <p:nvSpPr>
          <p:cNvPr id="49" name="Shape 47">
            <a:extLst>
              <a:ext uri="{FF2B5EF4-FFF2-40B4-BE49-F238E27FC236}">
                <a16:creationId xmlns:a16="http://schemas.microsoft.com/office/drawing/2014/main" id="{2F114AA6-64A8-367A-5D2D-F37F638953C0}"/>
              </a:ext>
            </a:extLst>
          </p:cNvPr>
          <p:cNvSpPr/>
          <p:nvPr/>
        </p:nvSpPr>
        <p:spPr>
          <a:xfrm>
            <a:off x="10826496" y="1920240"/>
            <a:ext cx="45720" cy="45720"/>
          </a:xfrm>
          <a:prstGeom prst="ellipse">
            <a:avLst/>
          </a:prstGeom>
          <a:solidFill>
            <a:srgbClr val="1B2A45"/>
          </a:solidFill>
          <a:ln/>
        </p:spPr>
      </p:sp>
      <p:sp>
        <p:nvSpPr>
          <p:cNvPr id="59" name="Shape 55">
            <a:extLst>
              <a:ext uri="{FF2B5EF4-FFF2-40B4-BE49-F238E27FC236}">
                <a16:creationId xmlns:a16="http://schemas.microsoft.com/office/drawing/2014/main" id="{96E671B0-48CB-8702-B08C-E1A5F52F922E}"/>
              </a:ext>
            </a:extLst>
          </p:cNvPr>
          <p:cNvSpPr/>
          <p:nvPr/>
        </p:nvSpPr>
        <p:spPr>
          <a:xfrm>
            <a:off x="-342163" y="-325939"/>
            <a:ext cx="12901538" cy="7710476"/>
          </a:xfrm>
          <a:prstGeom prst="roundRect">
            <a:avLst>
              <a:gd name="adj" fmla="val 7619"/>
            </a:avLst>
          </a:prstGeom>
          <a:solidFill>
            <a:srgbClr val="121B2E"/>
          </a:solidFill>
          <a:ln w="9525">
            <a:solidFill>
              <a:srgbClr val="24304A"/>
            </a:solidFill>
            <a:prstDash val="solid"/>
          </a:ln>
        </p:spPr>
      </p:sp>
      <p:sp>
        <p:nvSpPr>
          <p:cNvPr id="51" name="TextBox 50">
            <a:extLst>
              <a:ext uri="{FF2B5EF4-FFF2-40B4-BE49-F238E27FC236}">
                <a16:creationId xmlns:a16="http://schemas.microsoft.com/office/drawing/2014/main" id="{07B3C4A6-6F1A-A913-88D6-E6035BA90B3D}"/>
              </a:ext>
            </a:extLst>
          </p:cNvPr>
          <p:cNvSpPr txBox="1"/>
          <p:nvPr/>
        </p:nvSpPr>
        <p:spPr>
          <a:xfrm>
            <a:off x="4205257" y="2998113"/>
            <a:ext cx="3781486" cy="861774"/>
          </a:xfrm>
          <a:prstGeom prst="rect">
            <a:avLst/>
          </a:prstGeom>
          <a:noFill/>
        </p:spPr>
        <p:txBody>
          <a:bodyPr wrap="square">
            <a:spAutoFit/>
          </a:bodyPr>
          <a:lstStyle/>
          <a:p>
            <a:r>
              <a:rPr lang="en-US" sz="5000" dirty="0">
                <a:solidFill>
                  <a:schemeClr val="bg1"/>
                </a:solidFill>
                <a:latin typeface="Calibri" pitchFamily="34" charset="0"/>
                <a:ea typeface="Calibri" pitchFamily="34" charset="-122"/>
                <a:cs typeface="Calibri" pitchFamily="34" charset="-120"/>
              </a:rPr>
              <a:t>THANK YOU!!</a:t>
            </a:r>
            <a:endParaRPr lang="en-IN" sz="5000" dirty="0">
              <a:solidFill>
                <a:schemeClr val="bg1"/>
              </a:solidFill>
            </a:endParaRPr>
          </a:p>
        </p:txBody>
      </p:sp>
    </p:spTree>
    <p:extLst>
      <p:ext uri="{BB962C8B-B14F-4D97-AF65-F5344CB8AC3E}">
        <p14:creationId xmlns:p14="http://schemas.microsoft.com/office/powerpoint/2010/main" val="10114553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TotalTime>
  <Words>557</Words>
  <Application>Microsoft Office PowerPoint</Application>
  <PresentationFormat>Widescreen</PresentationFormat>
  <Paragraphs>95</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Ajai Manikanta</dc:creator>
  <cp:revision>5</cp:revision>
  <dcterms:created xsi:type="dcterms:W3CDTF">2026-08-20T04:40:59Z</dcterms:created>
  <dcterms:modified xsi:type="dcterms:W3CDTF">2026-08-20T08:05:19Z</dcterms:modified>
</cp:coreProperties>
</file>